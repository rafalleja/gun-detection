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3.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4.xml.rels" ContentType="application/vnd.openxmlformats-package.relationships+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4.xml" ContentType="application/vnd.openxmlformats-officedocument.presentationml.slideLayout+xml"/>
  <Override PartName="/ppt/slides/slide1.xml" ContentType="application/vnd.openxmlformats-officedocument.presentationml.slide+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3" r:id="rId3"/>
  </p:sldMasterIdLst>
  <p:sldIdLst>
    <p:sldId id="256" r:id="rId4"/>
    <p:sldId id="257" r:id="rId5"/>
    <p:sldId id="258" r:id="rId6"/>
    <p:sldId id="259" r:id="rId7"/>
    <p:sldId id="260" r:id="rId8"/>
    <p:sldId id="261" r:id="rId9"/>
    <p:sldId id="262" r:id="rId10"/>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dk1"/>
        </a:solidFill>
      </p:bgPr>
    </p:bg>
    <p:spTree>
      <p:nvGrpSpPr>
        <p:cNvPr id="1" name=""/>
        <p:cNvGrpSpPr/>
        <p:nvPr/>
      </p:nvGrpSpPr>
      <p:grpSpPr>
        <a:xfrm>
          <a:off x="0" y="0"/>
          <a:ext cx="0" cy="0"/>
          <a:chOff x="0" y="0"/>
          <a:chExt cx="0" cy="0"/>
        </a:xfrm>
      </p:grpSpPr>
      <p:sp>
        <p:nvSpPr>
          <p:cNvPr id="0" name="Google Shape;10;p2"/>
          <p:cNvSpPr/>
          <p:nvPr/>
        </p:nvSpPr>
        <p:spPr>
          <a:xfrm rot="5400000">
            <a:off x="7500600" y="0"/>
            <a:ext cx="1643400" cy="1643400"/>
          </a:xfrm>
          <a:prstGeom prst="diagStripe">
            <a:avLst>
              <a:gd name="adj" fmla="val 0"/>
            </a:avLst>
          </a:prstGeom>
          <a:solidFill>
            <a:schemeClr val="lt1">
              <a:alpha val="3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grpSp>
        <p:nvGrpSpPr>
          <p:cNvPr id="1" name="Google Shape;11;p2"/>
          <p:cNvGrpSpPr/>
          <p:nvPr/>
        </p:nvGrpSpPr>
        <p:grpSpPr>
          <a:xfrm>
            <a:off x="5760" y="-8280"/>
            <a:ext cx="5138280" cy="5152320"/>
            <a:chOff x="5760" y="-8280"/>
            <a:chExt cx="5138280" cy="5152320"/>
          </a:xfrm>
        </p:grpSpPr>
        <p:sp>
          <p:nvSpPr>
            <p:cNvPr id="2" name="Google Shape;12;p2"/>
            <p:cNvSpPr/>
            <p:nvPr/>
          </p:nvSpPr>
          <p:spPr>
            <a:xfrm rot="16200000">
              <a:off x="360" y="360"/>
              <a:ext cx="5152320" cy="5134680"/>
            </a:xfrm>
            <a:prstGeom prst="diagStripe">
              <a:avLst>
                <a:gd name="adj" fmla="val 50000"/>
              </a:avLst>
            </a:prstGeom>
            <a:solidFill>
              <a:schemeClr val="lt1">
                <a:alpha val="3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3" name="Google Shape;13;p2"/>
            <p:cNvSpPr/>
            <p:nvPr/>
          </p:nvSpPr>
          <p:spPr>
            <a:xfrm rot="16200000">
              <a:off x="0" y="1142280"/>
              <a:ext cx="3996360" cy="3982320"/>
            </a:xfrm>
            <a:prstGeom prst="diagStripe">
              <a:avLst>
                <a:gd name="adj" fmla="val 58774"/>
              </a:avLst>
            </a:prstGeom>
            <a:solidFill>
              <a:schemeClr val="lt1">
                <a:alpha val="3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4" name="Google Shape;14;p2"/>
            <p:cNvSpPr/>
            <p:nvPr/>
          </p:nvSpPr>
          <p:spPr>
            <a:xfrm rot="16200000">
              <a:off x="1800" y="720"/>
              <a:ext cx="2299320" cy="2291400"/>
            </a:xfrm>
            <a:prstGeom prst="diagStripe">
              <a:avLst>
                <a:gd name="adj" fmla="val 50000"/>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ffffff"/>
                </a:solidFill>
                <a:effectLst/>
                <a:uFillTx/>
                <a:latin typeface="Arial"/>
              </a:endParaRPr>
            </a:p>
          </p:txBody>
        </p:sp>
        <p:sp>
          <p:nvSpPr>
            <p:cNvPr id="5" name="Google Shape;15;p2"/>
            <p:cNvSpPr/>
            <p:nvPr/>
          </p:nvSpPr>
          <p:spPr>
            <a:xfrm flipH="1">
              <a:off x="652680" y="588240"/>
              <a:ext cx="2299680" cy="2291040"/>
            </a:xfrm>
            <a:prstGeom prst="diagStripe">
              <a:avLst>
                <a:gd name="adj" fmla="val 50000"/>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grpSp>
      <p:sp>
        <p:nvSpPr>
          <p:cNvPr id="6" name="PlaceHolder 1"/>
          <p:cNvSpPr>
            <a:spLocks noGrp="1"/>
          </p:cNvSpPr>
          <p:nvPr>
            <p:ph type="title"/>
          </p:nvPr>
        </p:nvSpPr>
        <p:spPr>
          <a:xfrm>
            <a:off x="3537000" y="1578240"/>
            <a:ext cx="5017320" cy="1578600"/>
          </a:xfrm>
          <a:prstGeom prst="rect">
            <a:avLst/>
          </a:prstGeom>
          <a:noFill/>
          <a:ln w="0">
            <a:noFill/>
          </a:ln>
        </p:spPr>
        <p:txBody>
          <a:bodyPr lIns="91440" rIns="91440" tIns="91440" bIns="91440" anchor="t">
            <a:normAutofit/>
          </a:bodyPr>
          <a:p>
            <a:pPr indent="0">
              <a:buNone/>
            </a:pPr>
            <a:r>
              <a:rPr b="0" lang="en-IE" sz="4000" strike="noStrike" u="none">
                <a:solidFill>
                  <a:srgbClr val="000000"/>
                </a:solidFill>
                <a:effectLst/>
                <a:uFillTx/>
                <a:latin typeface="Arial"/>
              </a:rPr>
              <a:t>Click to edit the title text format</a:t>
            </a:r>
            <a:endParaRPr b="0" lang="en-IE" sz="4000" strike="noStrike" u="none">
              <a:solidFill>
                <a:srgbClr val="000000"/>
              </a:solidFill>
              <a:effectLst/>
              <a:uFillTx/>
              <a:latin typeface="Arial"/>
            </a:endParaRPr>
          </a:p>
        </p:txBody>
      </p:sp>
      <p:sp>
        <p:nvSpPr>
          <p:cNvPr id="7" name="PlaceHolder 2"/>
          <p:cNvSpPr>
            <a:spLocks noGrp="1"/>
          </p:cNvSpPr>
          <p:nvPr>
            <p:ph type="sldNum" idx="1"/>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pl" sz="1000" strike="noStrike" u="none">
                <a:solidFill>
                  <a:schemeClr val="lt1"/>
                </a:solidFill>
                <a:effectLst/>
                <a:uFillTx/>
                <a:latin typeface="Lato"/>
                <a:ea typeface="Lato"/>
              </a:defRPr>
            </a:lvl1pPr>
          </a:lstStyle>
          <a:p>
            <a:pPr indent="0" algn="r">
              <a:lnSpc>
                <a:spcPct val="100000"/>
              </a:lnSpc>
              <a:buNone/>
              <a:tabLst>
                <a:tab algn="l" pos="0"/>
              </a:tabLst>
            </a:pPr>
            <a:fld id="{168555C4-5850-4105-9FDE-A96D33CD42A9}" type="slidenum">
              <a:rPr b="0" lang="pl" sz="1000" strike="noStrike" u="none">
                <a:solidFill>
                  <a:schemeClr val="lt1"/>
                </a:solidFill>
                <a:effectLst/>
                <a:uFillTx/>
                <a:latin typeface="Lato"/>
                <a:ea typeface="Lato"/>
              </a:rPr>
              <a:t>&lt;number&gt;</a:t>
            </a:fld>
            <a:endParaRPr b="0" lang="en-IE" sz="1000" strike="noStrike" u="none">
              <a:solidFill>
                <a:srgbClr val="ffffff"/>
              </a:solidFill>
              <a:effectLst/>
              <a:uFillTx/>
              <a:latin typeface="Times New Roman"/>
            </a:endParaRPr>
          </a:p>
        </p:txBody>
      </p:sp>
      <p:sp>
        <p:nvSpPr>
          <p:cNvPr id="8"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IE" sz="1400" strike="noStrike" u="none">
                <a:solidFill>
                  <a:srgbClr val="000000"/>
                </a:solidFill>
                <a:effectLst/>
                <a:uFillTx/>
                <a:latin typeface="Arial"/>
              </a:rPr>
              <a:t>Click to edit the outline text format</a:t>
            </a:r>
            <a:endParaRPr b="0" lang="en-IE"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en-IE" sz="1400" strike="noStrike" u="none">
                <a:solidFill>
                  <a:srgbClr val="000000"/>
                </a:solidFill>
                <a:effectLst/>
                <a:uFillTx/>
                <a:latin typeface="Arial"/>
              </a:rPr>
              <a:t>Second Outline Level</a:t>
            </a:r>
            <a:endParaRPr b="0" lang="en-IE"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en-IE" sz="1400" strike="noStrike" u="none">
                <a:solidFill>
                  <a:srgbClr val="000000"/>
                </a:solidFill>
                <a:effectLst/>
                <a:uFillTx/>
                <a:latin typeface="Arial"/>
              </a:rPr>
              <a:t>Third Outline Level</a:t>
            </a:r>
            <a:endParaRPr b="0" lang="en-IE"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en-IE" sz="1400" strike="noStrike" u="none">
                <a:solidFill>
                  <a:srgbClr val="000000"/>
                </a:solidFill>
                <a:effectLst/>
                <a:uFillTx/>
                <a:latin typeface="Arial"/>
              </a:rPr>
              <a:t>Fourth Outline Level</a:t>
            </a:r>
            <a:endParaRPr b="0" lang="en-IE"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en-IE" sz="2000" strike="noStrike" u="none">
                <a:solidFill>
                  <a:srgbClr val="000000"/>
                </a:solidFill>
                <a:effectLst/>
                <a:uFillTx/>
                <a:latin typeface="Arial"/>
              </a:rPr>
              <a:t>Fifth Outline Level</a:t>
            </a:r>
            <a:endParaRPr b="0" lang="en-IE"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en-IE" sz="2000" strike="noStrike" u="none">
                <a:solidFill>
                  <a:srgbClr val="000000"/>
                </a:solidFill>
                <a:effectLst/>
                <a:uFillTx/>
                <a:latin typeface="Arial"/>
              </a:rPr>
              <a:t>Sixth Outline Level</a:t>
            </a:r>
            <a:endParaRPr b="0" lang="en-IE"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en-IE" sz="2000" strike="noStrike" u="none">
                <a:solidFill>
                  <a:srgbClr val="000000"/>
                </a:solidFill>
                <a:effectLst/>
                <a:uFillTx/>
                <a:latin typeface="Arial"/>
              </a:rPr>
              <a:t>Seventh Outline Level</a:t>
            </a:r>
            <a:endParaRPr b="0" lang="en-IE"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dk1"/>
        </a:solidFill>
      </p:bgPr>
    </p:bg>
    <p:spTree>
      <p:nvGrpSpPr>
        <p:cNvPr id="1" name=""/>
        <p:cNvGrpSpPr/>
        <p:nvPr/>
      </p:nvGrpSpPr>
      <p:grpSpPr>
        <a:xfrm>
          <a:off x="0" y="0"/>
          <a:ext cx="0" cy="0"/>
          <a:chOff x="0" y="0"/>
          <a:chExt cx="0" cy="0"/>
        </a:xfrm>
      </p:grpSpPr>
      <p:grpSp>
        <p:nvGrpSpPr>
          <p:cNvPr id="9" name="Google Shape;106;p11"/>
          <p:cNvGrpSpPr/>
          <p:nvPr/>
        </p:nvGrpSpPr>
        <p:grpSpPr>
          <a:xfrm>
            <a:off x="4406760" y="0"/>
            <a:ext cx="4737240" cy="5142960"/>
            <a:chOff x="4406760" y="0"/>
            <a:chExt cx="4737240" cy="5142960"/>
          </a:xfrm>
        </p:grpSpPr>
        <p:sp>
          <p:nvSpPr>
            <p:cNvPr id="10" name="Google Shape;107;p11"/>
            <p:cNvSpPr/>
            <p:nvPr/>
          </p:nvSpPr>
          <p:spPr>
            <a:xfrm rot="5400000">
              <a:off x="4408200" y="-1800"/>
              <a:ext cx="4733640" cy="4737240"/>
            </a:xfrm>
            <a:prstGeom prst="diagStripe">
              <a:avLst>
                <a:gd name="adj" fmla="val 49469"/>
              </a:avLst>
            </a:prstGeom>
            <a:solidFill>
              <a:schemeClr val="lt1">
                <a:alpha val="3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11" name="Google Shape;108;p11"/>
            <p:cNvSpPr/>
            <p:nvPr/>
          </p:nvSpPr>
          <p:spPr>
            <a:xfrm rot="5400000">
              <a:off x="4841280" y="5400"/>
              <a:ext cx="4297680" cy="4286520"/>
            </a:xfrm>
            <a:prstGeom prst="diagStripe">
              <a:avLst>
                <a:gd name="adj" fmla="val 0"/>
              </a:avLst>
            </a:prstGeom>
            <a:solidFill>
              <a:schemeClr val="lt1">
                <a:alpha val="3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12" name="Google Shape;109;p11"/>
            <p:cNvSpPr/>
            <p:nvPr/>
          </p:nvSpPr>
          <p:spPr>
            <a:xfrm rot="16200000">
              <a:off x="5618520" y="123660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13" name="Google Shape;110;p11"/>
            <p:cNvSpPr/>
            <p:nvPr/>
          </p:nvSpPr>
          <p:spPr>
            <a:xfrm flipH="1">
              <a:off x="5850000" y="144396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14" name="Google Shape;111;p11"/>
            <p:cNvSpPr/>
            <p:nvPr/>
          </p:nvSpPr>
          <p:spPr>
            <a:xfrm rot="16200000">
              <a:off x="5987160" y="246960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15" name="Google Shape;112;p11"/>
            <p:cNvSpPr/>
            <p:nvPr/>
          </p:nvSpPr>
          <p:spPr>
            <a:xfrm flipH="1">
              <a:off x="6222240" y="267696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16" name="Google Shape;113;p11"/>
            <p:cNvSpPr/>
            <p:nvPr/>
          </p:nvSpPr>
          <p:spPr>
            <a:xfrm rot="16200000">
              <a:off x="6675480" y="186228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17" name="Google Shape;114;p11"/>
            <p:cNvSpPr/>
            <p:nvPr/>
          </p:nvSpPr>
          <p:spPr>
            <a:xfrm flipH="1">
              <a:off x="6908040" y="2069640"/>
              <a:ext cx="808560" cy="808560"/>
            </a:xfrm>
            <a:prstGeom prst="diagStripe">
              <a:avLst>
                <a:gd name="adj" fmla="val 50000"/>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18" name="Google Shape;115;p11"/>
            <p:cNvSpPr/>
            <p:nvPr/>
          </p:nvSpPr>
          <p:spPr>
            <a:xfrm rot="16200000">
              <a:off x="6861240" y="247788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19" name="Google Shape;116;p11"/>
            <p:cNvSpPr/>
            <p:nvPr/>
          </p:nvSpPr>
          <p:spPr>
            <a:xfrm flipH="1">
              <a:off x="7965360" y="269280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20" name="Google Shape;117;p11"/>
            <p:cNvSpPr/>
            <p:nvPr/>
          </p:nvSpPr>
          <p:spPr>
            <a:xfrm flipH="1">
              <a:off x="8145000" y="330876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21" name="Google Shape;118;p11"/>
            <p:cNvSpPr/>
            <p:nvPr/>
          </p:nvSpPr>
          <p:spPr>
            <a:xfrm rot="16200000">
              <a:off x="7047720" y="309528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22" name="Google Shape;119;p11"/>
            <p:cNvSpPr/>
            <p:nvPr/>
          </p:nvSpPr>
          <p:spPr>
            <a:xfrm flipH="1">
              <a:off x="7276680" y="330264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23" name="Google Shape;120;p11"/>
            <p:cNvSpPr/>
            <p:nvPr/>
          </p:nvSpPr>
          <p:spPr>
            <a:xfrm rot="16200000">
              <a:off x="7227360" y="3710880"/>
              <a:ext cx="808560" cy="808560"/>
            </a:xfrm>
            <a:prstGeom prst="diagStripe">
              <a:avLst>
                <a:gd name="adj" fmla="val 50000"/>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ffffff"/>
                </a:solidFill>
                <a:effectLst/>
                <a:uFillTx/>
                <a:latin typeface="Arial"/>
              </a:endParaRPr>
            </a:p>
          </p:txBody>
        </p:sp>
        <p:sp>
          <p:nvSpPr>
            <p:cNvPr id="24" name="Google Shape;121;p11"/>
            <p:cNvSpPr/>
            <p:nvPr/>
          </p:nvSpPr>
          <p:spPr>
            <a:xfrm flipH="1">
              <a:off x="7462440" y="391824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25" name="Google Shape;122;p11"/>
            <p:cNvSpPr/>
            <p:nvPr/>
          </p:nvSpPr>
          <p:spPr>
            <a:xfrm rot="16200000">
              <a:off x="8102520" y="371880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26" name="Google Shape;123;p11"/>
            <p:cNvSpPr/>
            <p:nvPr/>
          </p:nvSpPr>
          <p:spPr>
            <a:xfrm flipH="1">
              <a:off x="8334360" y="392580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27" name="Google Shape;124;p11"/>
            <p:cNvSpPr/>
            <p:nvPr/>
          </p:nvSpPr>
          <p:spPr>
            <a:xfrm rot="16200000">
              <a:off x="8288280" y="433440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grpSp>
      <p:sp>
        <p:nvSpPr>
          <p:cNvPr id="28" name="PlaceHolder 1"/>
          <p:cNvSpPr>
            <a:spLocks noGrp="1"/>
          </p:cNvSpPr>
          <p:nvPr>
            <p:ph type="title"/>
          </p:nvPr>
        </p:nvSpPr>
        <p:spPr>
          <a:xfrm>
            <a:off x="823680" y="1284840"/>
            <a:ext cx="4775760" cy="1300320"/>
          </a:xfrm>
          <a:prstGeom prst="rect">
            <a:avLst/>
          </a:prstGeom>
          <a:noFill/>
          <a:ln w="0">
            <a:noFill/>
          </a:ln>
        </p:spPr>
        <p:txBody>
          <a:bodyPr lIns="91440" rIns="91440" tIns="91440" bIns="91440" anchor="t">
            <a:normAutofit lnSpcReduction="9999"/>
          </a:bodyPr>
          <a:p>
            <a:pPr indent="0">
              <a:lnSpc>
                <a:spcPct val="100000"/>
              </a:lnSpc>
              <a:buNone/>
            </a:pPr>
            <a:r>
              <a:rPr b="0" lang="en-IE" sz="8000" strike="noStrike" u="none">
                <a:solidFill>
                  <a:schemeClr val="lt1"/>
                </a:solidFill>
                <a:effectLst/>
                <a:uFillTx/>
                <a:latin typeface="Montserrat"/>
                <a:ea typeface="Montserrat"/>
              </a:rPr>
              <a:t>xx%</a:t>
            </a:r>
            <a:endParaRPr b="0" lang="en-IE" sz="8000" strike="noStrike" u="none">
              <a:solidFill>
                <a:srgbClr val="000000"/>
              </a:solidFill>
              <a:effectLst/>
              <a:uFillTx/>
              <a:latin typeface="Arial"/>
            </a:endParaRPr>
          </a:p>
        </p:txBody>
      </p:sp>
      <p:sp>
        <p:nvSpPr>
          <p:cNvPr id="29" name="PlaceHolder 2"/>
          <p:cNvSpPr>
            <a:spLocks noGrp="1"/>
          </p:cNvSpPr>
          <p:nvPr>
            <p:ph type="body"/>
          </p:nvPr>
        </p:nvSpPr>
        <p:spPr>
          <a:xfrm>
            <a:off x="823680" y="2643120"/>
            <a:ext cx="4775760" cy="1218600"/>
          </a:xfrm>
          <a:prstGeom prst="rect">
            <a:avLst/>
          </a:prstGeom>
          <a:noFill/>
          <a:ln w="0">
            <a:noFill/>
          </a:ln>
        </p:spPr>
        <p:txBody>
          <a:bodyPr lIns="91440" rIns="91440" tIns="91440" bIns="91440" anchor="t">
            <a:normAutofit fontScale="62500" lnSpcReduction="19999"/>
          </a:bodyPr>
          <a:p>
            <a:pPr marL="432000" indent="-324000">
              <a:spcBef>
                <a:spcPts val="1417"/>
              </a:spcBef>
              <a:buClr>
                <a:srgbClr val="ffffff"/>
              </a:buClr>
              <a:buSzPct val="45000"/>
              <a:buFont typeface="Wingdings" charset="2"/>
              <a:buChar char=""/>
            </a:pPr>
            <a:r>
              <a:rPr b="0" lang="en-IE" sz="1300" strike="noStrike" u="none">
                <a:solidFill>
                  <a:srgbClr val="000000"/>
                </a:solidFill>
                <a:effectLst/>
                <a:uFillTx/>
                <a:latin typeface="Arial"/>
              </a:rPr>
              <a:t>Click to edit the outline text format</a:t>
            </a:r>
            <a:endParaRPr b="0" lang="en-IE" sz="13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en-IE" sz="1300" strike="noStrike" u="none">
                <a:solidFill>
                  <a:srgbClr val="000000"/>
                </a:solidFill>
                <a:effectLst/>
                <a:uFillTx/>
                <a:latin typeface="Arial"/>
              </a:rPr>
              <a:t>Second Outline Level</a:t>
            </a:r>
            <a:endParaRPr b="0" lang="en-IE" sz="13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en-IE" sz="1300" strike="noStrike" u="none">
                <a:solidFill>
                  <a:srgbClr val="000000"/>
                </a:solidFill>
                <a:effectLst/>
                <a:uFillTx/>
                <a:latin typeface="Arial"/>
              </a:rPr>
              <a:t>Third Outline Level</a:t>
            </a:r>
            <a:endParaRPr b="0" lang="en-IE" sz="13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en-IE" sz="1300" strike="noStrike" u="none">
                <a:solidFill>
                  <a:srgbClr val="000000"/>
                </a:solidFill>
                <a:effectLst/>
                <a:uFillTx/>
                <a:latin typeface="Arial"/>
              </a:rPr>
              <a:t>Fourth Outline Level</a:t>
            </a:r>
            <a:endParaRPr b="0" lang="en-IE" sz="13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en-IE" sz="1300" strike="noStrike" u="none">
                <a:solidFill>
                  <a:srgbClr val="000000"/>
                </a:solidFill>
                <a:effectLst/>
                <a:uFillTx/>
                <a:latin typeface="Arial"/>
              </a:rPr>
              <a:t>Fifth Outline Level</a:t>
            </a:r>
            <a:endParaRPr b="0" lang="en-IE" sz="13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en-IE" sz="1300" strike="noStrike" u="none">
                <a:solidFill>
                  <a:srgbClr val="000000"/>
                </a:solidFill>
                <a:effectLst/>
                <a:uFillTx/>
                <a:latin typeface="Arial"/>
              </a:rPr>
              <a:t>Sixth Outline Level</a:t>
            </a:r>
            <a:endParaRPr b="0" lang="en-IE" sz="13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en-IE" sz="1300" strike="noStrike" u="none">
                <a:solidFill>
                  <a:srgbClr val="000000"/>
                </a:solidFill>
                <a:effectLst/>
                <a:uFillTx/>
                <a:latin typeface="Arial"/>
              </a:rPr>
              <a:t>Seventh Outline Level</a:t>
            </a:r>
            <a:endParaRPr b="0" lang="en-IE" sz="1300" strike="noStrike" u="none">
              <a:solidFill>
                <a:srgbClr val="000000"/>
              </a:solidFill>
              <a:effectLst/>
              <a:uFillTx/>
              <a:latin typeface="Arial"/>
            </a:endParaRPr>
          </a:p>
        </p:txBody>
      </p:sp>
      <p:sp>
        <p:nvSpPr>
          <p:cNvPr id="30" name="PlaceHolder 3"/>
          <p:cNvSpPr>
            <a:spLocks noGrp="1"/>
          </p:cNvSpPr>
          <p:nvPr>
            <p:ph type="sldNum" idx="2"/>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pl" sz="1000" strike="noStrike" u="none">
                <a:solidFill>
                  <a:schemeClr val="lt1"/>
                </a:solidFill>
                <a:effectLst/>
                <a:uFillTx/>
                <a:latin typeface="Lato"/>
                <a:ea typeface="Lato"/>
              </a:defRPr>
            </a:lvl1pPr>
          </a:lstStyle>
          <a:p>
            <a:pPr indent="0" algn="r">
              <a:lnSpc>
                <a:spcPct val="100000"/>
              </a:lnSpc>
              <a:buNone/>
              <a:tabLst>
                <a:tab algn="l" pos="0"/>
              </a:tabLst>
            </a:pPr>
            <a:fld id="{5ED387FB-FFFC-480D-A93A-E7AD7F559C7A}" type="slidenum">
              <a:rPr b="0" lang="pl" sz="1000" strike="noStrike" u="none">
                <a:solidFill>
                  <a:schemeClr val="lt1"/>
                </a:solidFill>
                <a:effectLst/>
                <a:uFillTx/>
                <a:latin typeface="Lato"/>
                <a:ea typeface="Lato"/>
              </a:rPr>
              <a:t>&lt;number&gt;</a:t>
            </a:fld>
            <a:endParaRPr b="0" lang="en-IE" sz="1000" strike="noStrike" u="none">
              <a:solidFill>
                <a:srgbClr val="ffffff"/>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dk1"/>
        </a:solidFill>
      </p:bgPr>
    </p:bg>
    <p:spTree>
      <p:nvGrpSpPr>
        <p:cNvPr id="1" name=""/>
        <p:cNvGrpSpPr/>
        <p:nvPr/>
      </p:nvGrpSpPr>
      <p:grpSpPr>
        <a:xfrm>
          <a:off x="0" y="0"/>
          <a:ext cx="0" cy="0"/>
          <a:chOff x="0" y="0"/>
          <a:chExt cx="0" cy="0"/>
        </a:xfrm>
      </p:grpSpPr>
      <p:grpSp>
        <p:nvGrpSpPr>
          <p:cNvPr id="32" name="Google Shape;20;p3"/>
          <p:cNvGrpSpPr/>
          <p:nvPr/>
        </p:nvGrpSpPr>
        <p:grpSpPr>
          <a:xfrm>
            <a:off x="4406760" y="0"/>
            <a:ext cx="4737240" cy="5142960"/>
            <a:chOff x="4406760" y="0"/>
            <a:chExt cx="4737240" cy="5142960"/>
          </a:xfrm>
        </p:grpSpPr>
        <p:sp>
          <p:nvSpPr>
            <p:cNvPr id="33" name="Google Shape;21;p3"/>
            <p:cNvSpPr/>
            <p:nvPr/>
          </p:nvSpPr>
          <p:spPr>
            <a:xfrm rot="5400000">
              <a:off x="4408200" y="-1800"/>
              <a:ext cx="4733640" cy="4737240"/>
            </a:xfrm>
            <a:prstGeom prst="diagStripe">
              <a:avLst>
                <a:gd name="adj" fmla="val 49469"/>
              </a:avLst>
            </a:prstGeom>
            <a:solidFill>
              <a:schemeClr val="lt1">
                <a:alpha val="3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34" name="Google Shape;22;p3"/>
            <p:cNvSpPr/>
            <p:nvPr/>
          </p:nvSpPr>
          <p:spPr>
            <a:xfrm rot="5400000">
              <a:off x="4841280" y="5400"/>
              <a:ext cx="4297680" cy="4286520"/>
            </a:xfrm>
            <a:prstGeom prst="diagStripe">
              <a:avLst>
                <a:gd name="adj" fmla="val 0"/>
              </a:avLst>
            </a:prstGeom>
            <a:solidFill>
              <a:schemeClr val="lt1">
                <a:alpha val="3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35" name="Google Shape;23;p3"/>
            <p:cNvSpPr/>
            <p:nvPr/>
          </p:nvSpPr>
          <p:spPr>
            <a:xfrm rot="16200000">
              <a:off x="5618520" y="123660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36" name="Google Shape;24;p3"/>
            <p:cNvSpPr/>
            <p:nvPr/>
          </p:nvSpPr>
          <p:spPr>
            <a:xfrm flipH="1">
              <a:off x="5850000" y="144396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37" name="Google Shape;25;p3"/>
            <p:cNvSpPr/>
            <p:nvPr/>
          </p:nvSpPr>
          <p:spPr>
            <a:xfrm rot="16200000">
              <a:off x="5987160" y="246960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38" name="Google Shape;26;p3"/>
            <p:cNvSpPr/>
            <p:nvPr/>
          </p:nvSpPr>
          <p:spPr>
            <a:xfrm flipH="1">
              <a:off x="6222240" y="267696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39" name="Google Shape;27;p3"/>
            <p:cNvSpPr/>
            <p:nvPr/>
          </p:nvSpPr>
          <p:spPr>
            <a:xfrm rot="16200000">
              <a:off x="6675480" y="186228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40" name="Google Shape;28;p3"/>
            <p:cNvSpPr/>
            <p:nvPr/>
          </p:nvSpPr>
          <p:spPr>
            <a:xfrm flipH="1">
              <a:off x="6908040" y="2069640"/>
              <a:ext cx="808560" cy="808560"/>
            </a:xfrm>
            <a:prstGeom prst="diagStripe">
              <a:avLst>
                <a:gd name="adj" fmla="val 50000"/>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41" name="Google Shape;29;p3"/>
            <p:cNvSpPr/>
            <p:nvPr/>
          </p:nvSpPr>
          <p:spPr>
            <a:xfrm rot="16200000">
              <a:off x="6861240" y="247788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42" name="Google Shape;30;p3"/>
            <p:cNvSpPr/>
            <p:nvPr/>
          </p:nvSpPr>
          <p:spPr>
            <a:xfrm flipH="1">
              <a:off x="7965360" y="269280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43" name="Google Shape;31;p3"/>
            <p:cNvSpPr/>
            <p:nvPr/>
          </p:nvSpPr>
          <p:spPr>
            <a:xfrm flipH="1">
              <a:off x="8145000" y="330876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44" name="Google Shape;32;p3"/>
            <p:cNvSpPr/>
            <p:nvPr/>
          </p:nvSpPr>
          <p:spPr>
            <a:xfrm rot="16200000">
              <a:off x="7047720" y="309528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45" name="Google Shape;33;p3"/>
            <p:cNvSpPr/>
            <p:nvPr/>
          </p:nvSpPr>
          <p:spPr>
            <a:xfrm flipH="1">
              <a:off x="7276680" y="330264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46" name="Google Shape;34;p3"/>
            <p:cNvSpPr/>
            <p:nvPr/>
          </p:nvSpPr>
          <p:spPr>
            <a:xfrm rot="16200000">
              <a:off x="7227360" y="3710880"/>
              <a:ext cx="808560" cy="808560"/>
            </a:xfrm>
            <a:prstGeom prst="diagStripe">
              <a:avLst>
                <a:gd name="adj" fmla="val 50000"/>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ffffff"/>
                </a:solidFill>
                <a:effectLst/>
                <a:uFillTx/>
                <a:latin typeface="Arial"/>
              </a:endParaRPr>
            </a:p>
          </p:txBody>
        </p:sp>
        <p:sp>
          <p:nvSpPr>
            <p:cNvPr id="47" name="Google Shape;35;p3"/>
            <p:cNvSpPr/>
            <p:nvPr/>
          </p:nvSpPr>
          <p:spPr>
            <a:xfrm flipH="1">
              <a:off x="7462440" y="391824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48" name="Google Shape;36;p3"/>
            <p:cNvSpPr/>
            <p:nvPr/>
          </p:nvSpPr>
          <p:spPr>
            <a:xfrm rot="16200000">
              <a:off x="8102520" y="371880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49" name="Google Shape;37;p3"/>
            <p:cNvSpPr/>
            <p:nvPr/>
          </p:nvSpPr>
          <p:spPr>
            <a:xfrm flipH="1">
              <a:off x="8334360" y="392580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50" name="Google Shape;38;p3"/>
            <p:cNvSpPr/>
            <p:nvPr/>
          </p:nvSpPr>
          <p:spPr>
            <a:xfrm rot="16200000">
              <a:off x="8288280" y="433440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grpSp>
      <p:sp>
        <p:nvSpPr>
          <p:cNvPr id="51" name="PlaceHolder 1"/>
          <p:cNvSpPr>
            <a:spLocks noGrp="1"/>
          </p:cNvSpPr>
          <p:nvPr>
            <p:ph type="title"/>
          </p:nvPr>
        </p:nvSpPr>
        <p:spPr>
          <a:xfrm>
            <a:off x="823680" y="2053080"/>
            <a:ext cx="4586760" cy="1148400"/>
          </a:xfrm>
          <a:prstGeom prst="rect">
            <a:avLst/>
          </a:prstGeom>
          <a:noFill/>
          <a:ln w="0">
            <a:noFill/>
          </a:ln>
        </p:spPr>
        <p:txBody>
          <a:bodyPr lIns="91440" rIns="91440" tIns="91440" bIns="91440" anchor="ctr">
            <a:normAutofit/>
          </a:bodyPr>
          <a:p>
            <a:pPr indent="0">
              <a:buNone/>
            </a:pPr>
            <a:r>
              <a:rPr b="0" lang="en-IE" sz="2800" strike="noStrike" u="none">
                <a:solidFill>
                  <a:srgbClr val="000000"/>
                </a:solidFill>
                <a:effectLst/>
                <a:uFillTx/>
                <a:latin typeface="Arial"/>
              </a:rPr>
              <a:t>Click to edit the title text format</a:t>
            </a:r>
            <a:endParaRPr b="0" lang="en-IE" sz="2800" strike="noStrike" u="none">
              <a:solidFill>
                <a:srgbClr val="000000"/>
              </a:solidFill>
              <a:effectLst/>
              <a:uFillTx/>
              <a:latin typeface="Arial"/>
            </a:endParaRPr>
          </a:p>
        </p:txBody>
      </p:sp>
      <p:sp>
        <p:nvSpPr>
          <p:cNvPr id="52" name="PlaceHolder 2"/>
          <p:cNvSpPr>
            <a:spLocks noGrp="1"/>
          </p:cNvSpPr>
          <p:nvPr>
            <p:ph type="sldNum" idx="4"/>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pl" sz="1000" strike="noStrike" u="none">
                <a:solidFill>
                  <a:schemeClr val="lt1"/>
                </a:solidFill>
                <a:effectLst/>
                <a:uFillTx/>
                <a:latin typeface="Lato"/>
                <a:ea typeface="Lato"/>
              </a:defRPr>
            </a:lvl1pPr>
          </a:lstStyle>
          <a:p>
            <a:pPr indent="0" algn="r">
              <a:lnSpc>
                <a:spcPct val="100000"/>
              </a:lnSpc>
              <a:buNone/>
              <a:tabLst>
                <a:tab algn="l" pos="0"/>
              </a:tabLst>
            </a:pPr>
            <a:fld id="{B0AA4380-8FEC-4384-885D-C43CD054F45D}" type="slidenum">
              <a:rPr b="0" lang="pl" sz="1000" strike="noStrike" u="none">
                <a:solidFill>
                  <a:schemeClr val="lt1"/>
                </a:solidFill>
                <a:effectLst/>
                <a:uFillTx/>
                <a:latin typeface="Lato"/>
                <a:ea typeface="Lato"/>
              </a:rPr>
              <a:t>&lt;number&gt;</a:t>
            </a:fld>
            <a:endParaRPr b="0" lang="en-IE" sz="1000" strike="noStrike" u="none">
              <a:solidFill>
                <a:srgbClr val="ffffff"/>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dk1"/>
        </a:solidFill>
      </p:bgPr>
    </p:bg>
    <p:spTree>
      <p:nvGrpSpPr>
        <p:cNvPr id="1" name=""/>
        <p:cNvGrpSpPr/>
        <p:nvPr/>
      </p:nvGrpSpPr>
      <p:grpSpPr>
        <a:xfrm>
          <a:off x="0" y="0"/>
          <a:ext cx="0" cy="0"/>
          <a:chOff x="0" y="0"/>
          <a:chExt cx="0" cy="0"/>
        </a:xfrm>
      </p:grpSpPr>
      <p:grpSp>
        <p:nvGrpSpPr>
          <p:cNvPr id="77" name="Google Shape;70;p8"/>
          <p:cNvGrpSpPr/>
          <p:nvPr/>
        </p:nvGrpSpPr>
        <p:grpSpPr>
          <a:xfrm>
            <a:off x="4406760" y="0"/>
            <a:ext cx="4737240" cy="5143680"/>
            <a:chOff x="4406760" y="0"/>
            <a:chExt cx="4737240" cy="5143680"/>
          </a:xfrm>
        </p:grpSpPr>
        <p:sp>
          <p:nvSpPr>
            <p:cNvPr id="78" name="Google Shape;71;p8"/>
            <p:cNvSpPr/>
            <p:nvPr/>
          </p:nvSpPr>
          <p:spPr>
            <a:xfrm rot="5400000">
              <a:off x="4407840" y="-1440"/>
              <a:ext cx="4734360" cy="4737240"/>
            </a:xfrm>
            <a:prstGeom prst="diagStripe">
              <a:avLst>
                <a:gd name="adj" fmla="val 49469"/>
              </a:avLst>
            </a:prstGeom>
            <a:solidFill>
              <a:schemeClr val="lt1">
                <a:alpha val="3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79" name="Google Shape;72;p8"/>
            <p:cNvSpPr/>
            <p:nvPr/>
          </p:nvSpPr>
          <p:spPr>
            <a:xfrm rot="5400000">
              <a:off x="4840920" y="5760"/>
              <a:ext cx="4298400" cy="4286520"/>
            </a:xfrm>
            <a:prstGeom prst="diagStripe">
              <a:avLst>
                <a:gd name="adj" fmla="val 0"/>
              </a:avLst>
            </a:prstGeom>
            <a:solidFill>
              <a:schemeClr val="lt1">
                <a:alpha val="3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80" name="Google Shape;73;p8"/>
            <p:cNvSpPr/>
            <p:nvPr/>
          </p:nvSpPr>
          <p:spPr>
            <a:xfrm rot="16200000">
              <a:off x="5618520" y="123696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81" name="Google Shape;74;p8"/>
            <p:cNvSpPr/>
            <p:nvPr/>
          </p:nvSpPr>
          <p:spPr>
            <a:xfrm flipH="1">
              <a:off x="5850000" y="144396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82" name="Google Shape;75;p8"/>
            <p:cNvSpPr/>
            <p:nvPr/>
          </p:nvSpPr>
          <p:spPr>
            <a:xfrm rot="16200000">
              <a:off x="5987160" y="246996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83" name="Google Shape;76;p8"/>
            <p:cNvSpPr/>
            <p:nvPr/>
          </p:nvSpPr>
          <p:spPr>
            <a:xfrm flipH="1">
              <a:off x="6222240" y="267732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84" name="Google Shape;77;p8"/>
            <p:cNvSpPr/>
            <p:nvPr/>
          </p:nvSpPr>
          <p:spPr>
            <a:xfrm rot="16200000">
              <a:off x="6675480" y="186264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85" name="Google Shape;78;p8"/>
            <p:cNvSpPr/>
            <p:nvPr/>
          </p:nvSpPr>
          <p:spPr>
            <a:xfrm flipH="1">
              <a:off x="6908040" y="2069640"/>
              <a:ext cx="808560" cy="808560"/>
            </a:xfrm>
            <a:prstGeom prst="diagStripe">
              <a:avLst>
                <a:gd name="adj" fmla="val 50000"/>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86" name="Google Shape;79;p8"/>
            <p:cNvSpPr/>
            <p:nvPr/>
          </p:nvSpPr>
          <p:spPr>
            <a:xfrm rot="16200000">
              <a:off x="6861240" y="247824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87" name="Google Shape;80;p8"/>
            <p:cNvSpPr/>
            <p:nvPr/>
          </p:nvSpPr>
          <p:spPr>
            <a:xfrm flipH="1">
              <a:off x="7965360" y="269316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88" name="Google Shape;81;p8"/>
            <p:cNvSpPr/>
            <p:nvPr/>
          </p:nvSpPr>
          <p:spPr>
            <a:xfrm flipH="1">
              <a:off x="8145000" y="330912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89" name="Google Shape;82;p8"/>
            <p:cNvSpPr/>
            <p:nvPr/>
          </p:nvSpPr>
          <p:spPr>
            <a:xfrm rot="16200000">
              <a:off x="7047720" y="309564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90" name="Google Shape;83;p8"/>
            <p:cNvSpPr/>
            <p:nvPr/>
          </p:nvSpPr>
          <p:spPr>
            <a:xfrm flipH="1">
              <a:off x="7276680" y="330264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91" name="Google Shape;84;p8"/>
            <p:cNvSpPr/>
            <p:nvPr/>
          </p:nvSpPr>
          <p:spPr>
            <a:xfrm rot="16200000">
              <a:off x="7227360" y="3711600"/>
              <a:ext cx="808560" cy="808560"/>
            </a:xfrm>
            <a:prstGeom prst="diagStripe">
              <a:avLst>
                <a:gd name="adj" fmla="val 50000"/>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ffffff"/>
                </a:solidFill>
                <a:effectLst/>
                <a:uFillTx/>
                <a:latin typeface="Arial"/>
              </a:endParaRPr>
            </a:p>
          </p:txBody>
        </p:sp>
        <p:sp>
          <p:nvSpPr>
            <p:cNvPr id="92" name="Google Shape;85;p8"/>
            <p:cNvSpPr/>
            <p:nvPr/>
          </p:nvSpPr>
          <p:spPr>
            <a:xfrm flipH="1">
              <a:off x="7462440" y="391860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93" name="Google Shape;86;p8"/>
            <p:cNvSpPr/>
            <p:nvPr/>
          </p:nvSpPr>
          <p:spPr>
            <a:xfrm rot="16200000">
              <a:off x="8102520" y="371916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94" name="Google Shape;87;p8"/>
            <p:cNvSpPr/>
            <p:nvPr/>
          </p:nvSpPr>
          <p:spPr>
            <a:xfrm flipH="1">
              <a:off x="8334360" y="392616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95" name="Google Shape;88;p8"/>
            <p:cNvSpPr/>
            <p:nvPr/>
          </p:nvSpPr>
          <p:spPr>
            <a:xfrm rot="16200000">
              <a:off x="8288280" y="433512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grpSp>
      <p:sp>
        <p:nvSpPr>
          <p:cNvPr id="96" name="PlaceHolder 1"/>
          <p:cNvSpPr>
            <a:spLocks noGrp="1"/>
          </p:cNvSpPr>
          <p:nvPr>
            <p:ph type="title"/>
          </p:nvPr>
        </p:nvSpPr>
        <p:spPr>
          <a:xfrm>
            <a:off x="823680" y="866880"/>
            <a:ext cx="4586760" cy="3520800"/>
          </a:xfrm>
          <a:prstGeom prst="rect">
            <a:avLst/>
          </a:prstGeom>
          <a:noFill/>
          <a:ln w="0">
            <a:noFill/>
          </a:ln>
        </p:spPr>
        <p:txBody>
          <a:bodyPr lIns="91440" rIns="91440" tIns="91440" bIns="91440" anchor="ctr">
            <a:normAutofit/>
          </a:bodyPr>
          <a:p>
            <a:pPr indent="0">
              <a:buNone/>
            </a:pPr>
            <a:r>
              <a:rPr b="0" lang="en-IE" sz="2800" strike="noStrike" u="none">
                <a:solidFill>
                  <a:srgbClr val="000000"/>
                </a:solidFill>
                <a:effectLst/>
                <a:uFillTx/>
                <a:latin typeface="Arial"/>
              </a:rPr>
              <a:t>Click to edit the title text format</a:t>
            </a:r>
            <a:endParaRPr b="0" lang="en-IE" sz="2800" strike="noStrike" u="none">
              <a:solidFill>
                <a:srgbClr val="000000"/>
              </a:solidFill>
              <a:effectLst/>
              <a:uFillTx/>
              <a:latin typeface="Arial"/>
            </a:endParaRPr>
          </a:p>
        </p:txBody>
      </p:sp>
      <p:sp>
        <p:nvSpPr>
          <p:cNvPr id="97" name="PlaceHolder 2"/>
          <p:cNvSpPr>
            <a:spLocks noGrp="1"/>
          </p:cNvSpPr>
          <p:nvPr>
            <p:ph type="sldNum" idx="9"/>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pl" sz="1000" strike="noStrike" u="none">
                <a:solidFill>
                  <a:schemeClr val="lt1"/>
                </a:solidFill>
                <a:effectLst/>
                <a:uFillTx/>
                <a:latin typeface="Lato"/>
                <a:ea typeface="Lato"/>
              </a:defRPr>
            </a:lvl1pPr>
          </a:lstStyle>
          <a:p>
            <a:pPr indent="0" algn="r">
              <a:lnSpc>
                <a:spcPct val="100000"/>
              </a:lnSpc>
              <a:buNone/>
              <a:tabLst>
                <a:tab algn="l" pos="0"/>
              </a:tabLst>
            </a:pPr>
            <a:fld id="{5805E79A-39BA-43BC-9185-A409BC1F10B8}" type="slidenum">
              <a:rPr b="0" lang="pl" sz="1000" strike="noStrike" u="none">
                <a:solidFill>
                  <a:schemeClr val="lt1"/>
                </a:solidFill>
                <a:effectLst/>
                <a:uFillTx/>
                <a:latin typeface="Lato"/>
                <a:ea typeface="Lato"/>
              </a:rPr>
              <a:t>&lt;number&gt;</a:t>
            </a:fld>
            <a:endParaRPr b="0" lang="en-IE" sz="1000" strike="noStrike" u="none">
              <a:solidFill>
                <a:srgbClr val="ffffff"/>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dk1"/>
        </a:solidFill>
      </p:bgPr>
    </p:bg>
    <p:spTree>
      <p:nvGrpSpPr>
        <p:cNvPr id="1" name=""/>
        <p:cNvGrpSpPr/>
        <p:nvPr/>
      </p:nvGrpSpPr>
      <p:grpSpPr>
        <a:xfrm>
          <a:off x="0" y="0"/>
          <a:ext cx="0" cy="0"/>
          <a:chOff x="0" y="0"/>
          <a:chExt cx="0" cy="0"/>
        </a:xfrm>
      </p:grpSpPr>
      <p:sp>
        <p:nvSpPr>
          <p:cNvPr id="31" name="PlaceHolder 1"/>
          <p:cNvSpPr>
            <a:spLocks noGrp="1"/>
          </p:cNvSpPr>
          <p:nvPr>
            <p:ph type="sldNum" idx="3"/>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pl" sz="1000" strike="noStrike" u="none">
                <a:solidFill>
                  <a:schemeClr val="lt1"/>
                </a:solidFill>
                <a:effectLst/>
                <a:uFillTx/>
                <a:latin typeface="Lato"/>
                <a:ea typeface="Lato"/>
              </a:defRPr>
            </a:lvl1pPr>
          </a:lstStyle>
          <a:p>
            <a:pPr indent="0" algn="r">
              <a:lnSpc>
                <a:spcPct val="100000"/>
              </a:lnSpc>
              <a:buNone/>
              <a:tabLst>
                <a:tab algn="l" pos="0"/>
              </a:tabLst>
            </a:pPr>
            <a:fld id="{78BCC14F-3ED1-4874-81C5-8CE5D8E16C9C}" type="slidenum">
              <a:rPr b="0" lang="pl" sz="1000" strike="noStrike" u="none">
                <a:solidFill>
                  <a:schemeClr val="lt1"/>
                </a:solidFill>
                <a:effectLst/>
                <a:uFillTx/>
                <a:latin typeface="Lato"/>
                <a:ea typeface="Lato"/>
              </a:rPr>
              <a:t>&lt;number&gt;</a:t>
            </a:fld>
            <a:endParaRPr b="0" lang="en-IE" sz="1000" strike="noStrike" u="none">
              <a:solidFill>
                <a:srgbClr val="ffffff"/>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dk1"/>
        </a:solidFill>
      </p:bgPr>
    </p:bg>
    <p:spTree>
      <p:nvGrpSpPr>
        <p:cNvPr id="1" name=""/>
        <p:cNvGrpSpPr/>
        <p:nvPr/>
      </p:nvGrpSpPr>
      <p:grpSpPr>
        <a:xfrm>
          <a:off x="0" y="0"/>
          <a:ext cx="0" cy="0"/>
          <a:chOff x="0" y="0"/>
          <a:chExt cx="0" cy="0"/>
        </a:xfrm>
      </p:grpSpPr>
      <p:grpSp>
        <p:nvGrpSpPr>
          <p:cNvPr id="53" name="Google Shape;42;p4"/>
          <p:cNvGrpSpPr/>
          <p:nvPr/>
        </p:nvGrpSpPr>
        <p:grpSpPr>
          <a:xfrm>
            <a:off x="0" y="381240"/>
            <a:ext cx="1037520" cy="1015920"/>
            <a:chOff x="0" y="381240"/>
            <a:chExt cx="1037520" cy="1015920"/>
          </a:xfrm>
        </p:grpSpPr>
        <p:sp>
          <p:nvSpPr>
            <p:cNvPr id="54" name="Google Shape;43;p4"/>
            <p:cNvSpPr/>
            <p:nvPr/>
          </p:nvSpPr>
          <p:spPr>
            <a:xfrm rot="16200000">
              <a:off x="0" y="381240"/>
              <a:ext cx="808560" cy="808560"/>
            </a:xfrm>
            <a:prstGeom prst="diagStripe">
              <a:avLst>
                <a:gd name="adj" fmla="val 50000"/>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ffffff"/>
                </a:solidFill>
                <a:effectLst/>
                <a:uFillTx/>
                <a:latin typeface="Arial"/>
              </a:endParaRPr>
            </a:p>
          </p:txBody>
        </p:sp>
        <p:sp>
          <p:nvSpPr>
            <p:cNvPr id="55" name="Google Shape;44;p4"/>
            <p:cNvSpPr/>
            <p:nvPr/>
          </p:nvSpPr>
          <p:spPr>
            <a:xfrm flipH="1">
              <a:off x="228960" y="588600"/>
              <a:ext cx="808560" cy="808560"/>
            </a:xfrm>
            <a:prstGeom prst="diagStripe">
              <a:avLst>
                <a:gd name="adj" fmla="val 50000"/>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grpSp>
      <p:sp>
        <p:nvSpPr>
          <p:cNvPr id="56" name="PlaceHolder 1"/>
          <p:cNvSpPr>
            <a:spLocks noGrp="1"/>
          </p:cNvSpPr>
          <p:nvPr>
            <p:ph type="title"/>
          </p:nvPr>
        </p:nvSpPr>
        <p:spPr>
          <a:xfrm>
            <a:off x="1297440" y="393840"/>
            <a:ext cx="7038720" cy="913680"/>
          </a:xfrm>
          <a:prstGeom prst="rect">
            <a:avLst/>
          </a:prstGeom>
          <a:noFill/>
          <a:ln w="0">
            <a:noFill/>
          </a:ln>
        </p:spPr>
        <p:txBody>
          <a:bodyPr lIns="91440" rIns="91440" tIns="91440" bIns="91440" anchor="t">
            <a:normAutofit/>
          </a:bodyPr>
          <a:p>
            <a:pPr indent="0">
              <a:buNone/>
            </a:pPr>
            <a:r>
              <a:rPr b="0" lang="en-IE" sz="2400" strike="noStrike" u="none">
                <a:solidFill>
                  <a:srgbClr val="000000"/>
                </a:solidFill>
                <a:effectLst/>
                <a:uFillTx/>
                <a:latin typeface="Arial"/>
              </a:rPr>
              <a:t>Click to edit the title text format</a:t>
            </a:r>
            <a:endParaRPr b="0" lang="en-IE" sz="2400" strike="noStrike" u="none">
              <a:solidFill>
                <a:srgbClr val="000000"/>
              </a:solidFill>
              <a:effectLst/>
              <a:uFillTx/>
              <a:latin typeface="Arial"/>
            </a:endParaRPr>
          </a:p>
        </p:txBody>
      </p:sp>
      <p:sp>
        <p:nvSpPr>
          <p:cNvPr id="57" name="PlaceHolder 2"/>
          <p:cNvSpPr>
            <a:spLocks noGrp="1"/>
          </p:cNvSpPr>
          <p:nvPr>
            <p:ph type="body"/>
          </p:nvPr>
        </p:nvSpPr>
        <p:spPr>
          <a:xfrm>
            <a:off x="1297440" y="1567440"/>
            <a:ext cx="7038720" cy="2910960"/>
          </a:xfrm>
          <a:prstGeom prst="rect">
            <a:avLst/>
          </a:prstGeom>
          <a:noFill/>
          <a:ln w="0">
            <a:noFill/>
          </a:ln>
        </p:spPr>
        <p:txBody>
          <a:bodyPr lIns="91440" rIns="91440" tIns="91440" bIns="91440" anchor="t">
            <a:normAutofit/>
          </a:bodyPr>
          <a:p>
            <a:pPr marL="432000" indent="-324000">
              <a:spcBef>
                <a:spcPts val="1417"/>
              </a:spcBef>
              <a:buClr>
                <a:srgbClr val="ffffff"/>
              </a:buClr>
              <a:buSzPct val="45000"/>
              <a:buFont typeface="Wingdings" charset="2"/>
              <a:buChar char=""/>
            </a:pPr>
            <a:r>
              <a:rPr b="0" lang="en-IE" sz="1300" strike="noStrike" u="none">
                <a:solidFill>
                  <a:srgbClr val="000000"/>
                </a:solidFill>
                <a:effectLst/>
                <a:uFillTx/>
                <a:latin typeface="Arial"/>
              </a:rPr>
              <a:t>Click to edit the outline text format</a:t>
            </a:r>
            <a:endParaRPr b="0" lang="en-IE" sz="13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en-IE" sz="1300" strike="noStrike" u="none">
                <a:solidFill>
                  <a:srgbClr val="000000"/>
                </a:solidFill>
                <a:effectLst/>
                <a:uFillTx/>
                <a:latin typeface="Arial"/>
              </a:rPr>
              <a:t>Second Outline Level</a:t>
            </a:r>
            <a:endParaRPr b="0" lang="en-IE" sz="13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en-IE" sz="1300" strike="noStrike" u="none">
                <a:solidFill>
                  <a:srgbClr val="000000"/>
                </a:solidFill>
                <a:effectLst/>
                <a:uFillTx/>
                <a:latin typeface="Arial"/>
              </a:rPr>
              <a:t>Third Outline Level</a:t>
            </a:r>
            <a:endParaRPr b="0" lang="en-IE" sz="13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en-IE" sz="1300" strike="noStrike" u="none">
                <a:solidFill>
                  <a:srgbClr val="000000"/>
                </a:solidFill>
                <a:effectLst/>
                <a:uFillTx/>
                <a:latin typeface="Arial"/>
              </a:rPr>
              <a:t>Fourth Outline Level</a:t>
            </a:r>
            <a:endParaRPr b="0" lang="en-IE" sz="13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en-IE" sz="1300" strike="noStrike" u="none">
                <a:solidFill>
                  <a:srgbClr val="000000"/>
                </a:solidFill>
                <a:effectLst/>
                <a:uFillTx/>
                <a:latin typeface="Arial"/>
              </a:rPr>
              <a:t>Fifth Outline Level</a:t>
            </a:r>
            <a:endParaRPr b="0" lang="en-IE" sz="13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en-IE" sz="1300" strike="noStrike" u="none">
                <a:solidFill>
                  <a:srgbClr val="000000"/>
                </a:solidFill>
                <a:effectLst/>
                <a:uFillTx/>
                <a:latin typeface="Arial"/>
              </a:rPr>
              <a:t>Sixth Outline Level</a:t>
            </a:r>
            <a:endParaRPr b="0" lang="en-IE" sz="13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en-IE" sz="1300" strike="noStrike" u="none">
                <a:solidFill>
                  <a:srgbClr val="000000"/>
                </a:solidFill>
                <a:effectLst/>
                <a:uFillTx/>
                <a:latin typeface="Arial"/>
              </a:rPr>
              <a:t>Seventh Outline Level</a:t>
            </a:r>
            <a:endParaRPr b="0" lang="en-IE" sz="1300" strike="noStrike" u="none">
              <a:solidFill>
                <a:srgbClr val="000000"/>
              </a:solidFill>
              <a:effectLst/>
              <a:uFillTx/>
              <a:latin typeface="Arial"/>
            </a:endParaRPr>
          </a:p>
        </p:txBody>
      </p:sp>
      <p:sp>
        <p:nvSpPr>
          <p:cNvPr id="58" name="PlaceHolder 3"/>
          <p:cNvSpPr>
            <a:spLocks noGrp="1"/>
          </p:cNvSpPr>
          <p:nvPr>
            <p:ph type="sldNum" idx="5"/>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pl" sz="1000" strike="noStrike" u="none">
                <a:solidFill>
                  <a:schemeClr val="lt1"/>
                </a:solidFill>
                <a:effectLst/>
                <a:uFillTx/>
                <a:latin typeface="Lato"/>
                <a:ea typeface="Lato"/>
              </a:defRPr>
            </a:lvl1pPr>
          </a:lstStyle>
          <a:p>
            <a:pPr indent="0" algn="r">
              <a:lnSpc>
                <a:spcPct val="100000"/>
              </a:lnSpc>
              <a:buNone/>
              <a:tabLst>
                <a:tab algn="l" pos="0"/>
              </a:tabLst>
            </a:pPr>
            <a:fld id="{52355D28-4061-4A84-816D-41EB1CF835AD}" type="slidenum">
              <a:rPr b="0" lang="pl" sz="1000" strike="noStrike" u="none">
                <a:solidFill>
                  <a:schemeClr val="lt1"/>
                </a:solidFill>
                <a:effectLst/>
                <a:uFillTx/>
                <a:latin typeface="Lato"/>
                <a:ea typeface="Lato"/>
              </a:rPr>
              <a:t>&lt;number&gt;</a:t>
            </a:fld>
            <a:endParaRPr b="0" lang="en-IE" sz="1000" strike="noStrike" u="none">
              <a:solidFill>
                <a:srgbClr val="ffffff"/>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dk1"/>
        </a:solidFill>
      </p:bgPr>
    </p:bg>
    <p:spTree>
      <p:nvGrpSpPr>
        <p:cNvPr id="1" name=""/>
        <p:cNvGrpSpPr/>
        <p:nvPr/>
      </p:nvGrpSpPr>
      <p:grpSpPr>
        <a:xfrm>
          <a:off x="0" y="0"/>
          <a:ext cx="0" cy="0"/>
          <a:chOff x="0" y="0"/>
          <a:chExt cx="0" cy="0"/>
        </a:xfrm>
      </p:grpSpPr>
      <p:grpSp>
        <p:nvGrpSpPr>
          <p:cNvPr id="59" name="Google Shape;49;p5"/>
          <p:cNvGrpSpPr/>
          <p:nvPr/>
        </p:nvGrpSpPr>
        <p:grpSpPr>
          <a:xfrm>
            <a:off x="0" y="381240"/>
            <a:ext cx="1037520" cy="1015920"/>
            <a:chOff x="0" y="381240"/>
            <a:chExt cx="1037520" cy="1015920"/>
          </a:xfrm>
        </p:grpSpPr>
        <p:sp>
          <p:nvSpPr>
            <p:cNvPr id="60" name="Google Shape;50;p5"/>
            <p:cNvSpPr/>
            <p:nvPr/>
          </p:nvSpPr>
          <p:spPr>
            <a:xfrm rot="16200000">
              <a:off x="0" y="381240"/>
              <a:ext cx="808560" cy="808560"/>
            </a:xfrm>
            <a:prstGeom prst="diagStripe">
              <a:avLst>
                <a:gd name="adj" fmla="val 50000"/>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ffffff"/>
                </a:solidFill>
                <a:effectLst/>
                <a:uFillTx/>
                <a:latin typeface="Arial"/>
              </a:endParaRPr>
            </a:p>
          </p:txBody>
        </p:sp>
        <p:sp>
          <p:nvSpPr>
            <p:cNvPr id="61" name="Google Shape;51;p5"/>
            <p:cNvSpPr/>
            <p:nvPr/>
          </p:nvSpPr>
          <p:spPr>
            <a:xfrm flipH="1">
              <a:off x="228960" y="588600"/>
              <a:ext cx="808560" cy="808560"/>
            </a:xfrm>
            <a:prstGeom prst="diagStripe">
              <a:avLst>
                <a:gd name="adj" fmla="val 50000"/>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grpSp>
      <p:sp>
        <p:nvSpPr>
          <p:cNvPr id="62" name="PlaceHolder 1"/>
          <p:cNvSpPr>
            <a:spLocks noGrp="1"/>
          </p:cNvSpPr>
          <p:nvPr>
            <p:ph type="title"/>
          </p:nvPr>
        </p:nvSpPr>
        <p:spPr>
          <a:xfrm>
            <a:off x="1297440" y="393840"/>
            <a:ext cx="7038720" cy="913680"/>
          </a:xfrm>
          <a:prstGeom prst="rect">
            <a:avLst/>
          </a:prstGeom>
          <a:noFill/>
          <a:ln w="0">
            <a:noFill/>
          </a:ln>
        </p:spPr>
        <p:txBody>
          <a:bodyPr lIns="91440" rIns="91440" tIns="91440" bIns="91440" anchor="t">
            <a:normAutofit/>
          </a:bodyPr>
          <a:p>
            <a:pPr indent="0">
              <a:buNone/>
            </a:pPr>
            <a:r>
              <a:rPr b="0" lang="en-IE" sz="2400" strike="noStrike" u="none">
                <a:solidFill>
                  <a:srgbClr val="000000"/>
                </a:solidFill>
                <a:effectLst/>
                <a:uFillTx/>
                <a:latin typeface="Arial"/>
              </a:rPr>
              <a:t>Click to edit the title text format</a:t>
            </a:r>
            <a:endParaRPr b="0" lang="en-IE" sz="2400" strike="noStrike" u="none">
              <a:solidFill>
                <a:srgbClr val="000000"/>
              </a:solidFill>
              <a:effectLst/>
              <a:uFillTx/>
              <a:latin typeface="Arial"/>
            </a:endParaRPr>
          </a:p>
        </p:txBody>
      </p:sp>
      <p:sp>
        <p:nvSpPr>
          <p:cNvPr id="63" name="PlaceHolder 2"/>
          <p:cNvSpPr>
            <a:spLocks noGrp="1"/>
          </p:cNvSpPr>
          <p:nvPr>
            <p:ph type="body"/>
          </p:nvPr>
        </p:nvSpPr>
        <p:spPr>
          <a:xfrm>
            <a:off x="1297440" y="1567440"/>
            <a:ext cx="3402720" cy="2910960"/>
          </a:xfrm>
          <a:prstGeom prst="rect">
            <a:avLst/>
          </a:prstGeom>
          <a:noFill/>
          <a:ln w="0">
            <a:noFill/>
          </a:ln>
        </p:spPr>
        <p:txBody>
          <a:bodyPr lIns="91440" rIns="91440" tIns="91440" bIns="91440" anchor="t">
            <a:normAutofit fontScale="85000" lnSpcReduction="19999"/>
          </a:bodyPr>
          <a:p>
            <a:pPr marL="432000" indent="-324000">
              <a:spcBef>
                <a:spcPts val="1417"/>
              </a:spcBef>
              <a:buClr>
                <a:srgbClr val="ffffff"/>
              </a:buClr>
              <a:buSzPct val="45000"/>
              <a:buFont typeface="Wingdings" charset="2"/>
              <a:buChar char=""/>
            </a:pPr>
            <a:r>
              <a:rPr b="0" lang="en-IE" sz="1300" strike="noStrike" u="none">
                <a:solidFill>
                  <a:srgbClr val="000000"/>
                </a:solidFill>
                <a:effectLst/>
                <a:uFillTx/>
                <a:latin typeface="Arial"/>
              </a:rPr>
              <a:t>Click to edit the outline text format</a:t>
            </a:r>
            <a:endParaRPr b="0" lang="en-IE" sz="13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en-IE" sz="1300" strike="noStrike" u="none">
                <a:solidFill>
                  <a:srgbClr val="000000"/>
                </a:solidFill>
                <a:effectLst/>
                <a:uFillTx/>
                <a:latin typeface="Arial"/>
              </a:rPr>
              <a:t>Second Outline Level</a:t>
            </a:r>
            <a:endParaRPr b="0" lang="en-IE" sz="13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en-IE" sz="1300" strike="noStrike" u="none">
                <a:solidFill>
                  <a:srgbClr val="000000"/>
                </a:solidFill>
                <a:effectLst/>
                <a:uFillTx/>
                <a:latin typeface="Arial"/>
              </a:rPr>
              <a:t>Third Outline Level</a:t>
            </a:r>
            <a:endParaRPr b="0" lang="en-IE" sz="13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en-IE" sz="1300" strike="noStrike" u="none">
                <a:solidFill>
                  <a:srgbClr val="000000"/>
                </a:solidFill>
                <a:effectLst/>
                <a:uFillTx/>
                <a:latin typeface="Arial"/>
              </a:rPr>
              <a:t>Fourth Outline Level</a:t>
            </a:r>
            <a:endParaRPr b="0" lang="en-IE" sz="13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en-IE" sz="1300" strike="noStrike" u="none">
                <a:solidFill>
                  <a:srgbClr val="000000"/>
                </a:solidFill>
                <a:effectLst/>
                <a:uFillTx/>
                <a:latin typeface="Arial"/>
              </a:rPr>
              <a:t>Fifth Outline Level</a:t>
            </a:r>
            <a:endParaRPr b="0" lang="en-IE" sz="13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en-IE" sz="1300" strike="noStrike" u="none">
                <a:solidFill>
                  <a:srgbClr val="000000"/>
                </a:solidFill>
                <a:effectLst/>
                <a:uFillTx/>
                <a:latin typeface="Arial"/>
              </a:rPr>
              <a:t>Sixth Outline Level</a:t>
            </a:r>
            <a:endParaRPr b="0" lang="en-IE" sz="13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en-IE" sz="1300" strike="noStrike" u="none">
                <a:solidFill>
                  <a:srgbClr val="000000"/>
                </a:solidFill>
                <a:effectLst/>
                <a:uFillTx/>
                <a:latin typeface="Arial"/>
              </a:rPr>
              <a:t>Seventh Outline Level</a:t>
            </a:r>
            <a:endParaRPr b="0" lang="en-IE" sz="1300" strike="noStrike" u="none">
              <a:solidFill>
                <a:srgbClr val="000000"/>
              </a:solidFill>
              <a:effectLst/>
              <a:uFillTx/>
              <a:latin typeface="Arial"/>
            </a:endParaRPr>
          </a:p>
        </p:txBody>
      </p:sp>
      <p:sp>
        <p:nvSpPr>
          <p:cNvPr id="64" name="PlaceHolder 3"/>
          <p:cNvSpPr>
            <a:spLocks noGrp="1"/>
          </p:cNvSpPr>
          <p:nvPr>
            <p:ph type="body"/>
          </p:nvPr>
        </p:nvSpPr>
        <p:spPr>
          <a:xfrm>
            <a:off x="4933080" y="1567440"/>
            <a:ext cx="3402720" cy="2910960"/>
          </a:xfrm>
          <a:prstGeom prst="rect">
            <a:avLst/>
          </a:prstGeom>
          <a:noFill/>
          <a:ln w="0">
            <a:noFill/>
          </a:ln>
        </p:spPr>
        <p:txBody>
          <a:bodyPr lIns="91440" rIns="91440" tIns="91440" bIns="91440" anchor="t">
            <a:normAutofit fontScale="85000" lnSpcReduction="19999"/>
          </a:bodyPr>
          <a:p>
            <a:pPr marL="432000" indent="-324000">
              <a:spcBef>
                <a:spcPts val="1417"/>
              </a:spcBef>
              <a:buClr>
                <a:srgbClr val="ffffff"/>
              </a:buClr>
              <a:buSzPct val="45000"/>
              <a:buFont typeface="Wingdings" charset="2"/>
              <a:buChar char=""/>
            </a:pPr>
            <a:r>
              <a:rPr b="0" lang="en-IE" sz="1300" strike="noStrike" u="none">
                <a:solidFill>
                  <a:srgbClr val="000000"/>
                </a:solidFill>
                <a:effectLst/>
                <a:uFillTx/>
                <a:latin typeface="Arial"/>
              </a:rPr>
              <a:t>Click to edit the outline text format</a:t>
            </a:r>
            <a:endParaRPr b="0" lang="en-IE" sz="13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en-IE" sz="1300" strike="noStrike" u="none">
                <a:solidFill>
                  <a:srgbClr val="000000"/>
                </a:solidFill>
                <a:effectLst/>
                <a:uFillTx/>
                <a:latin typeface="Arial"/>
              </a:rPr>
              <a:t>Second Outline Level</a:t>
            </a:r>
            <a:endParaRPr b="0" lang="en-IE" sz="13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en-IE" sz="1300" strike="noStrike" u="none">
                <a:solidFill>
                  <a:srgbClr val="000000"/>
                </a:solidFill>
                <a:effectLst/>
                <a:uFillTx/>
                <a:latin typeface="Arial"/>
              </a:rPr>
              <a:t>Third Outline Level</a:t>
            </a:r>
            <a:endParaRPr b="0" lang="en-IE" sz="13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en-IE" sz="1300" strike="noStrike" u="none">
                <a:solidFill>
                  <a:srgbClr val="000000"/>
                </a:solidFill>
                <a:effectLst/>
                <a:uFillTx/>
                <a:latin typeface="Arial"/>
              </a:rPr>
              <a:t>Fourth Outline Level</a:t>
            </a:r>
            <a:endParaRPr b="0" lang="en-IE" sz="13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en-IE" sz="1300" strike="noStrike" u="none">
                <a:solidFill>
                  <a:srgbClr val="000000"/>
                </a:solidFill>
                <a:effectLst/>
                <a:uFillTx/>
                <a:latin typeface="Arial"/>
              </a:rPr>
              <a:t>Fifth Outline Level</a:t>
            </a:r>
            <a:endParaRPr b="0" lang="en-IE" sz="13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en-IE" sz="1300" strike="noStrike" u="none">
                <a:solidFill>
                  <a:srgbClr val="000000"/>
                </a:solidFill>
                <a:effectLst/>
                <a:uFillTx/>
                <a:latin typeface="Arial"/>
              </a:rPr>
              <a:t>Sixth Outline Level</a:t>
            </a:r>
            <a:endParaRPr b="0" lang="en-IE" sz="13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en-IE" sz="1300" strike="noStrike" u="none">
                <a:solidFill>
                  <a:srgbClr val="000000"/>
                </a:solidFill>
                <a:effectLst/>
                <a:uFillTx/>
                <a:latin typeface="Arial"/>
              </a:rPr>
              <a:t>Seventh Outline Level</a:t>
            </a:r>
            <a:endParaRPr b="0" lang="en-IE" sz="1300" strike="noStrike" u="none">
              <a:solidFill>
                <a:srgbClr val="000000"/>
              </a:solidFill>
              <a:effectLst/>
              <a:uFillTx/>
              <a:latin typeface="Arial"/>
            </a:endParaRPr>
          </a:p>
        </p:txBody>
      </p:sp>
      <p:sp>
        <p:nvSpPr>
          <p:cNvPr id="65" name="PlaceHolder 4"/>
          <p:cNvSpPr>
            <a:spLocks noGrp="1"/>
          </p:cNvSpPr>
          <p:nvPr>
            <p:ph type="sldNum" idx="6"/>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pl" sz="1000" strike="noStrike" u="none">
                <a:solidFill>
                  <a:schemeClr val="lt1"/>
                </a:solidFill>
                <a:effectLst/>
                <a:uFillTx/>
                <a:latin typeface="Lato"/>
                <a:ea typeface="Lato"/>
              </a:defRPr>
            </a:lvl1pPr>
          </a:lstStyle>
          <a:p>
            <a:pPr indent="0" algn="r">
              <a:lnSpc>
                <a:spcPct val="100000"/>
              </a:lnSpc>
              <a:buNone/>
              <a:tabLst>
                <a:tab algn="l" pos="0"/>
              </a:tabLst>
            </a:pPr>
            <a:fld id="{886E155F-0520-4464-8B15-E851148A6206}" type="slidenum">
              <a:rPr b="0" lang="pl" sz="1000" strike="noStrike" u="none">
                <a:solidFill>
                  <a:schemeClr val="lt1"/>
                </a:solidFill>
                <a:effectLst/>
                <a:uFillTx/>
                <a:latin typeface="Lato"/>
                <a:ea typeface="Lato"/>
              </a:rPr>
              <a:t>&lt;number&gt;</a:t>
            </a:fld>
            <a:endParaRPr b="0" lang="en-IE" sz="1000" strike="noStrike" u="none">
              <a:solidFill>
                <a:srgbClr val="ffffff"/>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dk1"/>
        </a:solidFill>
      </p:bgPr>
    </p:bg>
    <p:spTree>
      <p:nvGrpSpPr>
        <p:cNvPr id="1" name=""/>
        <p:cNvGrpSpPr/>
        <p:nvPr/>
      </p:nvGrpSpPr>
      <p:grpSpPr>
        <a:xfrm>
          <a:off x="0" y="0"/>
          <a:ext cx="0" cy="0"/>
          <a:chOff x="0" y="0"/>
          <a:chExt cx="0" cy="0"/>
        </a:xfrm>
      </p:grpSpPr>
      <p:grpSp>
        <p:nvGrpSpPr>
          <p:cNvPr id="66" name="Google Shape;57;p6"/>
          <p:cNvGrpSpPr/>
          <p:nvPr/>
        </p:nvGrpSpPr>
        <p:grpSpPr>
          <a:xfrm>
            <a:off x="0" y="381240"/>
            <a:ext cx="1037520" cy="1015920"/>
            <a:chOff x="0" y="381240"/>
            <a:chExt cx="1037520" cy="1015920"/>
          </a:xfrm>
        </p:grpSpPr>
        <p:sp>
          <p:nvSpPr>
            <p:cNvPr id="67" name="Google Shape;58;p6"/>
            <p:cNvSpPr/>
            <p:nvPr/>
          </p:nvSpPr>
          <p:spPr>
            <a:xfrm rot="16200000">
              <a:off x="0" y="381240"/>
              <a:ext cx="808560" cy="808560"/>
            </a:xfrm>
            <a:prstGeom prst="diagStripe">
              <a:avLst>
                <a:gd name="adj" fmla="val 50000"/>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ffffff"/>
                </a:solidFill>
                <a:effectLst/>
                <a:uFillTx/>
                <a:latin typeface="Arial"/>
              </a:endParaRPr>
            </a:p>
          </p:txBody>
        </p:sp>
        <p:sp>
          <p:nvSpPr>
            <p:cNvPr id="68" name="Google Shape;59;p6"/>
            <p:cNvSpPr/>
            <p:nvPr/>
          </p:nvSpPr>
          <p:spPr>
            <a:xfrm flipH="1">
              <a:off x="228960" y="588600"/>
              <a:ext cx="808560" cy="808560"/>
            </a:xfrm>
            <a:prstGeom prst="diagStripe">
              <a:avLst>
                <a:gd name="adj" fmla="val 50000"/>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grpSp>
      <p:sp>
        <p:nvSpPr>
          <p:cNvPr id="69" name="PlaceHolder 1"/>
          <p:cNvSpPr>
            <a:spLocks noGrp="1"/>
          </p:cNvSpPr>
          <p:nvPr>
            <p:ph type="title"/>
          </p:nvPr>
        </p:nvSpPr>
        <p:spPr>
          <a:xfrm>
            <a:off x="1297440" y="393840"/>
            <a:ext cx="7038720" cy="913680"/>
          </a:xfrm>
          <a:prstGeom prst="rect">
            <a:avLst/>
          </a:prstGeom>
          <a:noFill/>
          <a:ln w="0">
            <a:noFill/>
          </a:ln>
        </p:spPr>
        <p:txBody>
          <a:bodyPr lIns="91440" rIns="91440" tIns="91440" bIns="91440" anchor="t">
            <a:normAutofit/>
          </a:bodyPr>
          <a:p>
            <a:pPr indent="0">
              <a:buNone/>
            </a:pPr>
            <a:r>
              <a:rPr b="0" lang="en-IE" sz="2400" strike="noStrike" u="none">
                <a:solidFill>
                  <a:srgbClr val="000000"/>
                </a:solidFill>
                <a:effectLst/>
                <a:uFillTx/>
                <a:latin typeface="Arial"/>
              </a:rPr>
              <a:t>Click to edit the title text format</a:t>
            </a:r>
            <a:endParaRPr b="0" lang="en-IE" sz="2400" strike="noStrike" u="none">
              <a:solidFill>
                <a:srgbClr val="000000"/>
              </a:solidFill>
              <a:effectLst/>
              <a:uFillTx/>
              <a:latin typeface="Arial"/>
            </a:endParaRPr>
          </a:p>
        </p:txBody>
      </p:sp>
      <p:sp>
        <p:nvSpPr>
          <p:cNvPr id="70" name="PlaceHolder 2"/>
          <p:cNvSpPr>
            <a:spLocks noGrp="1"/>
          </p:cNvSpPr>
          <p:nvPr>
            <p:ph type="sldNum" idx="7"/>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pl" sz="1000" strike="noStrike" u="none">
                <a:solidFill>
                  <a:schemeClr val="lt1"/>
                </a:solidFill>
                <a:effectLst/>
                <a:uFillTx/>
                <a:latin typeface="Lato"/>
                <a:ea typeface="Lato"/>
              </a:defRPr>
            </a:lvl1pPr>
          </a:lstStyle>
          <a:p>
            <a:pPr indent="0" algn="r">
              <a:lnSpc>
                <a:spcPct val="100000"/>
              </a:lnSpc>
              <a:buNone/>
              <a:tabLst>
                <a:tab algn="l" pos="0"/>
              </a:tabLst>
            </a:pPr>
            <a:fld id="{04C4D492-806D-41C0-9AD5-B5A8EEC5D0C1}" type="slidenum">
              <a:rPr b="0" lang="pl" sz="1000" strike="noStrike" u="none">
                <a:solidFill>
                  <a:schemeClr val="lt1"/>
                </a:solidFill>
                <a:effectLst/>
                <a:uFillTx/>
                <a:latin typeface="Lato"/>
                <a:ea typeface="Lato"/>
              </a:rPr>
              <a:t>&lt;number&gt;</a:t>
            </a:fld>
            <a:endParaRPr b="0" lang="en-IE" sz="1000" strike="noStrike" u="none">
              <a:solidFill>
                <a:srgbClr val="ffffff"/>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dk1"/>
        </a:solidFill>
      </p:bgPr>
    </p:bg>
    <p:spTree>
      <p:nvGrpSpPr>
        <p:cNvPr id="1" name=""/>
        <p:cNvGrpSpPr/>
        <p:nvPr/>
      </p:nvGrpSpPr>
      <p:grpSpPr>
        <a:xfrm>
          <a:off x="0" y="0"/>
          <a:ext cx="0" cy="0"/>
          <a:chOff x="0" y="0"/>
          <a:chExt cx="0" cy="0"/>
        </a:xfrm>
      </p:grpSpPr>
      <p:grpSp>
        <p:nvGrpSpPr>
          <p:cNvPr id="71" name="Google Shape;63;p7"/>
          <p:cNvGrpSpPr/>
          <p:nvPr/>
        </p:nvGrpSpPr>
        <p:grpSpPr>
          <a:xfrm>
            <a:off x="0" y="381240"/>
            <a:ext cx="1037520" cy="1015920"/>
            <a:chOff x="0" y="381240"/>
            <a:chExt cx="1037520" cy="1015920"/>
          </a:xfrm>
        </p:grpSpPr>
        <p:sp>
          <p:nvSpPr>
            <p:cNvPr id="72" name="Google Shape;64;p7"/>
            <p:cNvSpPr/>
            <p:nvPr/>
          </p:nvSpPr>
          <p:spPr>
            <a:xfrm rot="16200000">
              <a:off x="0" y="381240"/>
              <a:ext cx="808560" cy="808560"/>
            </a:xfrm>
            <a:prstGeom prst="diagStripe">
              <a:avLst>
                <a:gd name="adj" fmla="val 50000"/>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ffffff"/>
                </a:solidFill>
                <a:effectLst/>
                <a:uFillTx/>
                <a:latin typeface="Arial"/>
              </a:endParaRPr>
            </a:p>
          </p:txBody>
        </p:sp>
        <p:sp>
          <p:nvSpPr>
            <p:cNvPr id="73" name="Google Shape;65;p7"/>
            <p:cNvSpPr/>
            <p:nvPr/>
          </p:nvSpPr>
          <p:spPr>
            <a:xfrm flipH="1">
              <a:off x="228960" y="588600"/>
              <a:ext cx="808560" cy="808560"/>
            </a:xfrm>
            <a:prstGeom prst="diagStripe">
              <a:avLst>
                <a:gd name="adj" fmla="val 50000"/>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grpSp>
      <p:sp>
        <p:nvSpPr>
          <p:cNvPr id="74" name="PlaceHolder 1"/>
          <p:cNvSpPr>
            <a:spLocks noGrp="1"/>
          </p:cNvSpPr>
          <p:nvPr>
            <p:ph type="title"/>
          </p:nvPr>
        </p:nvSpPr>
        <p:spPr>
          <a:xfrm>
            <a:off x="1297440" y="393840"/>
            <a:ext cx="3798720" cy="1492920"/>
          </a:xfrm>
          <a:prstGeom prst="rect">
            <a:avLst/>
          </a:prstGeom>
          <a:noFill/>
          <a:ln w="0">
            <a:noFill/>
          </a:ln>
        </p:spPr>
        <p:txBody>
          <a:bodyPr lIns="91440" rIns="91440" tIns="91440" bIns="91440" anchor="t">
            <a:normAutofit/>
          </a:bodyPr>
          <a:p>
            <a:pPr indent="0">
              <a:buNone/>
            </a:pPr>
            <a:r>
              <a:rPr b="0" lang="en-IE" sz="2400" strike="noStrike" u="none">
                <a:solidFill>
                  <a:srgbClr val="000000"/>
                </a:solidFill>
                <a:effectLst/>
                <a:uFillTx/>
                <a:latin typeface="Arial"/>
              </a:rPr>
              <a:t>Click to edit the title text format</a:t>
            </a:r>
            <a:endParaRPr b="0" lang="en-IE" sz="2400" strike="noStrike" u="none">
              <a:solidFill>
                <a:srgbClr val="000000"/>
              </a:solidFill>
              <a:effectLst/>
              <a:uFillTx/>
              <a:latin typeface="Arial"/>
            </a:endParaRPr>
          </a:p>
        </p:txBody>
      </p:sp>
      <p:sp>
        <p:nvSpPr>
          <p:cNvPr id="75" name="PlaceHolder 2"/>
          <p:cNvSpPr>
            <a:spLocks noGrp="1"/>
          </p:cNvSpPr>
          <p:nvPr>
            <p:ph type="body"/>
          </p:nvPr>
        </p:nvSpPr>
        <p:spPr>
          <a:xfrm>
            <a:off x="1297440" y="1972440"/>
            <a:ext cx="3798720" cy="2415600"/>
          </a:xfrm>
          <a:prstGeom prst="rect">
            <a:avLst/>
          </a:prstGeom>
          <a:noFill/>
          <a:ln w="0">
            <a:noFill/>
          </a:ln>
        </p:spPr>
        <p:txBody>
          <a:bodyPr lIns="91440" rIns="91440" tIns="91440" bIns="91440" anchor="t">
            <a:normAutofit fontScale="92500" lnSpcReduction="9999"/>
          </a:bodyPr>
          <a:p>
            <a:pPr marL="432000" indent="-324000">
              <a:spcBef>
                <a:spcPts val="1417"/>
              </a:spcBef>
              <a:buClr>
                <a:srgbClr val="ffffff"/>
              </a:buClr>
              <a:buSzPct val="45000"/>
              <a:buFont typeface="Wingdings" charset="2"/>
              <a:buChar char=""/>
            </a:pPr>
            <a:r>
              <a:rPr b="0" lang="en-IE" sz="1300" strike="noStrike" u="none">
                <a:solidFill>
                  <a:srgbClr val="000000"/>
                </a:solidFill>
                <a:effectLst/>
                <a:uFillTx/>
                <a:latin typeface="Arial"/>
              </a:rPr>
              <a:t>Click to edit the outline text format</a:t>
            </a:r>
            <a:endParaRPr b="0" lang="en-IE" sz="13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en-IE" sz="1300" strike="noStrike" u="none">
                <a:solidFill>
                  <a:srgbClr val="000000"/>
                </a:solidFill>
                <a:effectLst/>
                <a:uFillTx/>
                <a:latin typeface="Arial"/>
              </a:rPr>
              <a:t>Second Outline Level</a:t>
            </a:r>
            <a:endParaRPr b="0" lang="en-IE" sz="13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en-IE" sz="1300" strike="noStrike" u="none">
                <a:solidFill>
                  <a:srgbClr val="000000"/>
                </a:solidFill>
                <a:effectLst/>
                <a:uFillTx/>
                <a:latin typeface="Arial"/>
              </a:rPr>
              <a:t>Third Outline Level</a:t>
            </a:r>
            <a:endParaRPr b="0" lang="en-IE" sz="13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en-IE" sz="1300" strike="noStrike" u="none">
                <a:solidFill>
                  <a:srgbClr val="000000"/>
                </a:solidFill>
                <a:effectLst/>
                <a:uFillTx/>
                <a:latin typeface="Arial"/>
              </a:rPr>
              <a:t>Fourth Outline Level</a:t>
            </a:r>
            <a:endParaRPr b="0" lang="en-IE" sz="13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en-IE" sz="1300" strike="noStrike" u="none">
                <a:solidFill>
                  <a:srgbClr val="000000"/>
                </a:solidFill>
                <a:effectLst/>
                <a:uFillTx/>
                <a:latin typeface="Arial"/>
              </a:rPr>
              <a:t>Fifth Outline Level</a:t>
            </a:r>
            <a:endParaRPr b="0" lang="en-IE" sz="13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en-IE" sz="1300" strike="noStrike" u="none">
                <a:solidFill>
                  <a:srgbClr val="000000"/>
                </a:solidFill>
                <a:effectLst/>
                <a:uFillTx/>
                <a:latin typeface="Arial"/>
              </a:rPr>
              <a:t>Sixth Outline Level</a:t>
            </a:r>
            <a:endParaRPr b="0" lang="en-IE" sz="13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en-IE" sz="1300" strike="noStrike" u="none">
                <a:solidFill>
                  <a:srgbClr val="000000"/>
                </a:solidFill>
                <a:effectLst/>
                <a:uFillTx/>
                <a:latin typeface="Arial"/>
              </a:rPr>
              <a:t>Seventh Outline Level</a:t>
            </a:r>
            <a:endParaRPr b="0" lang="en-IE" sz="1300" strike="noStrike" u="none">
              <a:solidFill>
                <a:srgbClr val="000000"/>
              </a:solidFill>
              <a:effectLst/>
              <a:uFillTx/>
              <a:latin typeface="Arial"/>
            </a:endParaRPr>
          </a:p>
        </p:txBody>
      </p:sp>
      <p:sp>
        <p:nvSpPr>
          <p:cNvPr id="76" name="PlaceHolder 3"/>
          <p:cNvSpPr>
            <a:spLocks noGrp="1"/>
          </p:cNvSpPr>
          <p:nvPr>
            <p:ph type="sldNum" idx="8"/>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pl" sz="1000" strike="noStrike" u="none">
                <a:solidFill>
                  <a:schemeClr val="lt1"/>
                </a:solidFill>
                <a:effectLst/>
                <a:uFillTx/>
                <a:latin typeface="Lato"/>
                <a:ea typeface="Lato"/>
              </a:defRPr>
            </a:lvl1pPr>
          </a:lstStyle>
          <a:p>
            <a:pPr indent="0" algn="r">
              <a:lnSpc>
                <a:spcPct val="100000"/>
              </a:lnSpc>
              <a:buNone/>
              <a:tabLst>
                <a:tab algn="l" pos="0"/>
              </a:tabLst>
            </a:pPr>
            <a:fld id="{7DFE391A-2CAB-4A75-98DD-9776A0E5CA9E}" type="slidenum">
              <a:rPr b="0" lang="pl" sz="1000" strike="noStrike" u="none">
                <a:solidFill>
                  <a:schemeClr val="lt1"/>
                </a:solidFill>
                <a:effectLst/>
                <a:uFillTx/>
                <a:latin typeface="Lato"/>
                <a:ea typeface="Lato"/>
              </a:rPr>
              <a:t>&lt;number&gt;</a:t>
            </a:fld>
            <a:endParaRPr b="0" lang="en-IE" sz="1000" strike="noStrike" u="none">
              <a:solidFill>
                <a:srgbClr val="ffffff"/>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dk1"/>
        </a:solidFill>
      </p:bgPr>
    </p:bg>
    <p:spTree>
      <p:nvGrpSpPr>
        <p:cNvPr id="1" name=""/>
        <p:cNvGrpSpPr/>
        <p:nvPr/>
      </p:nvGrpSpPr>
      <p:grpSpPr>
        <a:xfrm>
          <a:off x="0" y="0"/>
          <a:ext cx="0" cy="0"/>
          <a:chOff x="0" y="0"/>
          <a:chExt cx="0" cy="0"/>
        </a:xfrm>
      </p:grpSpPr>
      <p:grpSp>
        <p:nvGrpSpPr>
          <p:cNvPr id="98" name="Google Shape;92;p9"/>
          <p:cNvGrpSpPr/>
          <p:nvPr/>
        </p:nvGrpSpPr>
        <p:grpSpPr>
          <a:xfrm>
            <a:off x="0" y="381240"/>
            <a:ext cx="1037520" cy="1015920"/>
            <a:chOff x="0" y="381240"/>
            <a:chExt cx="1037520" cy="1015920"/>
          </a:xfrm>
        </p:grpSpPr>
        <p:sp>
          <p:nvSpPr>
            <p:cNvPr id="99" name="Google Shape;93;p9"/>
            <p:cNvSpPr/>
            <p:nvPr/>
          </p:nvSpPr>
          <p:spPr>
            <a:xfrm rot="16200000">
              <a:off x="0" y="381240"/>
              <a:ext cx="808560" cy="808560"/>
            </a:xfrm>
            <a:prstGeom prst="diagStripe">
              <a:avLst>
                <a:gd name="adj" fmla="val 50000"/>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ffffff"/>
                </a:solidFill>
                <a:effectLst/>
                <a:uFillTx/>
                <a:latin typeface="Arial"/>
              </a:endParaRPr>
            </a:p>
          </p:txBody>
        </p:sp>
        <p:sp>
          <p:nvSpPr>
            <p:cNvPr id="100" name="Google Shape;94;p9"/>
            <p:cNvSpPr/>
            <p:nvPr/>
          </p:nvSpPr>
          <p:spPr>
            <a:xfrm flipH="1">
              <a:off x="228960" y="588600"/>
              <a:ext cx="808560" cy="808560"/>
            </a:xfrm>
            <a:prstGeom prst="diagStripe">
              <a:avLst>
                <a:gd name="adj" fmla="val 50000"/>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grpSp>
      <p:sp>
        <p:nvSpPr>
          <p:cNvPr id="101" name="PlaceHolder 1"/>
          <p:cNvSpPr>
            <a:spLocks noGrp="1"/>
          </p:cNvSpPr>
          <p:nvPr>
            <p:ph type="title"/>
          </p:nvPr>
        </p:nvSpPr>
        <p:spPr>
          <a:xfrm>
            <a:off x="1297440" y="1658160"/>
            <a:ext cx="3035880" cy="1751400"/>
          </a:xfrm>
          <a:prstGeom prst="rect">
            <a:avLst/>
          </a:prstGeom>
          <a:noFill/>
          <a:ln w="0">
            <a:noFill/>
          </a:ln>
        </p:spPr>
        <p:txBody>
          <a:bodyPr lIns="91440" rIns="91440" tIns="91440" bIns="91440" anchor="t">
            <a:normAutofit/>
          </a:bodyPr>
          <a:p>
            <a:pPr indent="0">
              <a:buNone/>
            </a:pPr>
            <a:r>
              <a:rPr b="0" lang="en-IE" sz="2400" strike="noStrike" u="none">
                <a:solidFill>
                  <a:srgbClr val="000000"/>
                </a:solidFill>
                <a:effectLst/>
                <a:uFillTx/>
                <a:latin typeface="Arial"/>
              </a:rPr>
              <a:t>Click to edit the title text format</a:t>
            </a:r>
            <a:endParaRPr b="0" lang="en-IE" sz="2400" strike="noStrike" u="none">
              <a:solidFill>
                <a:srgbClr val="000000"/>
              </a:solidFill>
              <a:effectLst/>
              <a:uFillTx/>
              <a:latin typeface="Arial"/>
            </a:endParaRPr>
          </a:p>
        </p:txBody>
      </p:sp>
      <p:sp>
        <p:nvSpPr>
          <p:cNvPr id="102" name="PlaceHolder 2"/>
          <p:cNvSpPr>
            <a:spLocks noGrp="1"/>
          </p:cNvSpPr>
          <p:nvPr>
            <p:ph type="body"/>
          </p:nvPr>
        </p:nvSpPr>
        <p:spPr>
          <a:xfrm>
            <a:off x="4648320" y="1696680"/>
            <a:ext cx="3676320" cy="2347200"/>
          </a:xfrm>
          <a:prstGeom prst="rect">
            <a:avLst/>
          </a:prstGeom>
          <a:noFill/>
          <a:ln w="0">
            <a:noFill/>
          </a:ln>
        </p:spPr>
        <p:txBody>
          <a:bodyPr lIns="91440" rIns="91440" tIns="91440" bIns="91440" anchor="t">
            <a:normAutofit fontScale="92500" lnSpcReduction="19999"/>
          </a:bodyPr>
          <a:p>
            <a:pPr marL="432000" indent="-324000">
              <a:spcBef>
                <a:spcPts val="1417"/>
              </a:spcBef>
              <a:buClr>
                <a:srgbClr val="ffffff"/>
              </a:buClr>
              <a:buSzPct val="45000"/>
              <a:buFont typeface="Wingdings" charset="2"/>
              <a:buChar char=""/>
            </a:pPr>
            <a:r>
              <a:rPr b="0" lang="en-IE" sz="1300" strike="noStrike" u="none">
                <a:solidFill>
                  <a:srgbClr val="000000"/>
                </a:solidFill>
                <a:effectLst/>
                <a:uFillTx/>
                <a:latin typeface="Arial"/>
              </a:rPr>
              <a:t>Click to edit the outline text format</a:t>
            </a:r>
            <a:endParaRPr b="0" lang="en-IE" sz="13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en-IE" sz="1300" strike="noStrike" u="none">
                <a:solidFill>
                  <a:srgbClr val="000000"/>
                </a:solidFill>
                <a:effectLst/>
                <a:uFillTx/>
                <a:latin typeface="Arial"/>
              </a:rPr>
              <a:t>Second Outline Level</a:t>
            </a:r>
            <a:endParaRPr b="0" lang="en-IE" sz="13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en-IE" sz="1300" strike="noStrike" u="none">
                <a:solidFill>
                  <a:srgbClr val="000000"/>
                </a:solidFill>
                <a:effectLst/>
                <a:uFillTx/>
                <a:latin typeface="Arial"/>
              </a:rPr>
              <a:t>Third Outline Level</a:t>
            </a:r>
            <a:endParaRPr b="0" lang="en-IE" sz="13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en-IE" sz="1300" strike="noStrike" u="none">
                <a:solidFill>
                  <a:srgbClr val="000000"/>
                </a:solidFill>
                <a:effectLst/>
                <a:uFillTx/>
                <a:latin typeface="Arial"/>
              </a:rPr>
              <a:t>Fourth Outline Level</a:t>
            </a:r>
            <a:endParaRPr b="0" lang="en-IE" sz="13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en-IE" sz="1300" strike="noStrike" u="none">
                <a:solidFill>
                  <a:srgbClr val="000000"/>
                </a:solidFill>
                <a:effectLst/>
                <a:uFillTx/>
                <a:latin typeface="Arial"/>
              </a:rPr>
              <a:t>Fifth Outline Level</a:t>
            </a:r>
            <a:endParaRPr b="0" lang="en-IE" sz="13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en-IE" sz="1300" strike="noStrike" u="none">
                <a:solidFill>
                  <a:srgbClr val="000000"/>
                </a:solidFill>
                <a:effectLst/>
                <a:uFillTx/>
                <a:latin typeface="Arial"/>
              </a:rPr>
              <a:t>Sixth Outline Level</a:t>
            </a:r>
            <a:endParaRPr b="0" lang="en-IE" sz="13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en-IE" sz="1300" strike="noStrike" u="none">
                <a:solidFill>
                  <a:srgbClr val="000000"/>
                </a:solidFill>
                <a:effectLst/>
                <a:uFillTx/>
                <a:latin typeface="Arial"/>
              </a:rPr>
              <a:t>Seventh Outline Level</a:t>
            </a:r>
            <a:endParaRPr b="0" lang="en-IE" sz="1300" strike="noStrike" u="none">
              <a:solidFill>
                <a:srgbClr val="000000"/>
              </a:solidFill>
              <a:effectLst/>
              <a:uFillTx/>
              <a:latin typeface="Arial"/>
            </a:endParaRPr>
          </a:p>
        </p:txBody>
      </p:sp>
      <p:sp>
        <p:nvSpPr>
          <p:cNvPr id="103" name="PlaceHolder 3"/>
          <p:cNvSpPr>
            <a:spLocks noGrp="1"/>
          </p:cNvSpPr>
          <p:nvPr>
            <p:ph type="sldNum" idx="10"/>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pl" sz="1000" strike="noStrike" u="none">
                <a:solidFill>
                  <a:schemeClr val="lt1"/>
                </a:solidFill>
                <a:effectLst/>
                <a:uFillTx/>
                <a:latin typeface="Lato"/>
                <a:ea typeface="Lato"/>
              </a:defRPr>
            </a:lvl1pPr>
          </a:lstStyle>
          <a:p>
            <a:pPr indent="0" algn="r">
              <a:lnSpc>
                <a:spcPct val="100000"/>
              </a:lnSpc>
              <a:buNone/>
              <a:tabLst>
                <a:tab algn="l" pos="0"/>
              </a:tabLst>
            </a:pPr>
            <a:fld id="{BAB189C2-7A2E-4768-8C55-877A41EB6F43}" type="slidenum">
              <a:rPr b="0" lang="pl" sz="1000" strike="noStrike" u="none">
                <a:solidFill>
                  <a:schemeClr val="lt1"/>
                </a:solidFill>
                <a:effectLst/>
                <a:uFillTx/>
                <a:latin typeface="Lato"/>
                <a:ea typeface="Lato"/>
              </a:rPr>
              <a:t>&lt;number&gt;</a:t>
            </a:fld>
            <a:endParaRPr b="0" lang="en-IE" sz="1000" strike="noStrike" u="none">
              <a:solidFill>
                <a:srgbClr val="ffffff"/>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dk1"/>
        </a:solidFill>
      </p:bgPr>
    </p:bg>
    <p:spTree>
      <p:nvGrpSpPr>
        <p:cNvPr id="1" name=""/>
        <p:cNvGrpSpPr/>
        <p:nvPr/>
      </p:nvGrpSpPr>
      <p:grpSpPr>
        <a:xfrm>
          <a:off x="0" y="0"/>
          <a:ext cx="0" cy="0"/>
          <a:chOff x="0" y="0"/>
          <a:chExt cx="0" cy="0"/>
        </a:xfrm>
      </p:grpSpPr>
      <p:grpSp>
        <p:nvGrpSpPr>
          <p:cNvPr id="104" name="Google Shape;100;p10"/>
          <p:cNvGrpSpPr/>
          <p:nvPr/>
        </p:nvGrpSpPr>
        <p:grpSpPr>
          <a:xfrm>
            <a:off x="0" y="4129200"/>
            <a:ext cx="698400" cy="683640"/>
            <a:chOff x="0" y="4129200"/>
            <a:chExt cx="698400" cy="683640"/>
          </a:xfrm>
        </p:grpSpPr>
        <p:sp>
          <p:nvSpPr>
            <p:cNvPr id="105" name="Google Shape;101;p10"/>
            <p:cNvSpPr/>
            <p:nvPr/>
          </p:nvSpPr>
          <p:spPr>
            <a:xfrm rot="16200000">
              <a:off x="0" y="4129200"/>
              <a:ext cx="544320" cy="544320"/>
            </a:xfrm>
            <a:prstGeom prst="diagStripe">
              <a:avLst>
                <a:gd name="adj" fmla="val 50000"/>
              </a:avLst>
            </a:prstGeom>
            <a:solidFill>
              <a:schemeClr val="lt1">
                <a:alpha val="10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sp>
          <p:nvSpPr>
            <p:cNvPr id="106" name="Google Shape;102;p10"/>
            <p:cNvSpPr/>
            <p:nvPr/>
          </p:nvSpPr>
          <p:spPr>
            <a:xfrm flipH="1">
              <a:off x="154080" y="4268520"/>
              <a:ext cx="544320" cy="544320"/>
            </a:xfrm>
            <a:prstGeom prst="diagStripe">
              <a:avLst>
                <a:gd name="adj" fmla="val 50000"/>
              </a:avLst>
            </a:prstGeom>
            <a:solidFill>
              <a:schemeClr val="lt1">
                <a:alpha val="10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en-IE" sz="1400" strike="noStrike" u="none">
                <a:solidFill>
                  <a:srgbClr val="000000"/>
                </a:solidFill>
                <a:effectLst/>
                <a:uFillTx/>
                <a:latin typeface="Arial"/>
              </a:endParaRPr>
            </a:p>
          </p:txBody>
        </p:sp>
      </p:grpSp>
      <p:sp>
        <p:nvSpPr>
          <p:cNvPr id="107" name="PlaceHolder 1"/>
          <p:cNvSpPr>
            <a:spLocks noGrp="1"/>
          </p:cNvSpPr>
          <p:nvPr>
            <p:ph type="body"/>
          </p:nvPr>
        </p:nvSpPr>
        <p:spPr>
          <a:xfrm>
            <a:off x="812880" y="4305240"/>
            <a:ext cx="6935760" cy="523440"/>
          </a:xfrm>
          <a:prstGeom prst="rect">
            <a:avLst/>
          </a:prstGeom>
          <a:noFill/>
          <a:ln w="0">
            <a:noFill/>
          </a:ln>
        </p:spPr>
        <p:txBody>
          <a:bodyPr lIns="91440" rIns="91440" tIns="91440" bIns="91440" anchor="ctr">
            <a:normAutofit fontScale="25000" lnSpcReduction="19999"/>
          </a:bodyPr>
          <a:p>
            <a:pPr marL="432000" indent="-324000">
              <a:spcBef>
                <a:spcPts val="1417"/>
              </a:spcBef>
              <a:buClr>
                <a:srgbClr val="ffffff"/>
              </a:buClr>
              <a:buSzPct val="45000"/>
              <a:buFont typeface="Wingdings" charset="2"/>
              <a:buChar char=""/>
            </a:pPr>
            <a:r>
              <a:rPr b="0" lang="en-IE" sz="1300" strike="noStrike" u="none">
                <a:solidFill>
                  <a:srgbClr val="000000"/>
                </a:solidFill>
                <a:effectLst/>
                <a:uFillTx/>
                <a:latin typeface="Arial"/>
              </a:rPr>
              <a:t>Click to edit the outline text format</a:t>
            </a:r>
            <a:endParaRPr b="0" lang="en-IE" sz="13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en-IE" sz="1300" strike="noStrike" u="none">
                <a:solidFill>
                  <a:srgbClr val="000000"/>
                </a:solidFill>
                <a:effectLst/>
                <a:uFillTx/>
                <a:latin typeface="Arial"/>
              </a:rPr>
              <a:t>Second Outline Level</a:t>
            </a:r>
            <a:endParaRPr b="0" lang="en-IE" sz="13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en-IE" sz="1300" strike="noStrike" u="none">
                <a:solidFill>
                  <a:srgbClr val="000000"/>
                </a:solidFill>
                <a:effectLst/>
                <a:uFillTx/>
                <a:latin typeface="Arial"/>
              </a:rPr>
              <a:t>Third Outline Level</a:t>
            </a:r>
            <a:endParaRPr b="0" lang="en-IE" sz="13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en-IE" sz="1300" strike="noStrike" u="none">
                <a:solidFill>
                  <a:srgbClr val="000000"/>
                </a:solidFill>
                <a:effectLst/>
                <a:uFillTx/>
                <a:latin typeface="Arial"/>
              </a:rPr>
              <a:t>Fourth Outline Level</a:t>
            </a:r>
            <a:endParaRPr b="0" lang="en-IE" sz="13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en-IE" sz="1300" strike="noStrike" u="none">
                <a:solidFill>
                  <a:srgbClr val="000000"/>
                </a:solidFill>
                <a:effectLst/>
                <a:uFillTx/>
                <a:latin typeface="Arial"/>
              </a:rPr>
              <a:t>Fifth Outline Level</a:t>
            </a:r>
            <a:endParaRPr b="0" lang="en-IE" sz="13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en-IE" sz="1300" strike="noStrike" u="none">
                <a:solidFill>
                  <a:srgbClr val="000000"/>
                </a:solidFill>
                <a:effectLst/>
                <a:uFillTx/>
                <a:latin typeface="Arial"/>
              </a:rPr>
              <a:t>Sixth Outline Level</a:t>
            </a:r>
            <a:endParaRPr b="0" lang="en-IE" sz="13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en-IE" sz="1300" strike="noStrike" u="none">
                <a:solidFill>
                  <a:srgbClr val="000000"/>
                </a:solidFill>
                <a:effectLst/>
                <a:uFillTx/>
                <a:latin typeface="Arial"/>
              </a:rPr>
              <a:t>Seventh Outline Level</a:t>
            </a:r>
            <a:endParaRPr b="0" lang="en-IE" sz="1300" strike="noStrike" u="none">
              <a:solidFill>
                <a:srgbClr val="000000"/>
              </a:solidFill>
              <a:effectLst/>
              <a:uFillTx/>
              <a:latin typeface="Arial"/>
            </a:endParaRPr>
          </a:p>
        </p:txBody>
      </p:sp>
      <p:sp>
        <p:nvSpPr>
          <p:cNvPr id="108" name="PlaceHolder 2"/>
          <p:cNvSpPr>
            <a:spLocks noGrp="1"/>
          </p:cNvSpPr>
          <p:nvPr>
            <p:ph type="sldNum" idx="11"/>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pl" sz="1000" strike="noStrike" u="none">
                <a:solidFill>
                  <a:schemeClr val="lt1"/>
                </a:solidFill>
                <a:effectLst/>
                <a:uFillTx/>
                <a:latin typeface="Lato"/>
                <a:ea typeface="Lato"/>
              </a:defRPr>
            </a:lvl1pPr>
          </a:lstStyle>
          <a:p>
            <a:pPr indent="0" algn="r">
              <a:lnSpc>
                <a:spcPct val="100000"/>
              </a:lnSpc>
              <a:buNone/>
              <a:tabLst>
                <a:tab algn="l" pos="0"/>
              </a:tabLst>
            </a:pPr>
            <a:fld id="{AFCC9045-269C-44BC-9A2D-30ACC554EF17}" type="slidenum">
              <a:rPr b="0" lang="pl" sz="1000" strike="noStrike" u="none">
                <a:solidFill>
                  <a:schemeClr val="lt1"/>
                </a:solidFill>
                <a:effectLst/>
                <a:uFillTx/>
                <a:latin typeface="Lato"/>
                <a:ea typeface="Lato"/>
              </a:rPr>
              <a:t>&lt;number&gt;</a:t>
            </a:fld>
            <a:endParaRPr b="0" lang="en-IE" sz="1000" strike="noStrike" u="none">
              <a:solidFill>
                <a:srgbClr val="ffffff"/>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
</Relationships>
</file>

<file path=ppt/slideMasters/_rels/slideMaster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4" r:id="rId2"/>
    <p:sldLayoutId id="2147483655" r:id="rId3"/>
    <p:sldLayoutId id="2147483656" r:id="rId4"/>
    <p:sldLayoutId id="2147483657" r:id="rId5"/>
    <p:sldLayoutId id="2147483658" r:id="rId6"/>
    <p:sldLayoutId id="2147483659" r:id="rId7"/>
    <p:sldLayoutId id="2147483660" r:id="rId8"/>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6.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xml.rels><?xml version="1.0" encoding="UTF-8"?>
<Relationships xmlns="http://schemas.openxmlformats.org/package/2006/relationships"><Relationship Id="rId1" Type="http://schemas.openxmlformats.org/officeDocument/2006/relationships/hyperlink" Target="https://public.roboflow.com/object-detection/pistols" TargetMode="External"/><Relationship Id="rId2" Type="http://schemas.openxmlformats.org/officeDocument/2006/relationships/hyperlink" Target="https://www.kaggle.com/datasets/ugorjiir/gun-detection" TargetMode="External"/><Relationship Id="rId3"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3537000" y="1578240"/>
            <a:ext cx="5017320" cy="1578600"/>
          </a:xfrm>
          <a:prstGeom prst="rect">
            <a:avLst/>
          </a:prstGeom>
          <a:noFill/>
          <a:ln w="0">
            <a:noFill/>
          </a:ln>
        </p:spPr>
        <p:txBody>
          <a:bodyPr lIns="91440" rIns="91440" tIns="91440" bIns="91440" anchor="t">
            <a:normAutofit/>
          </a:bodyPr>
          <a:p>
            <a:pPr indent="0">
              <a:lnSpc>
                <a:spcPct val="100000"/>
              </a:lnSpc>
              <a:buNone/>
              <a:tabLst>
                <a:tab algn="l" pos="0"/>
              </a:tabLst>
            </a:pPr>
            <a:r>
              <a:rPr b="0" lang="pl" sz="4000" strike="noStrike" u="none">
                <a:solidFill>
                  <a:schemeClr val="lt1"/>
                </a:solidFill>
                <a:effectLst/>
                <a:uFillTx/>
                <a:latin typeface="Montserrat"/>
                <a:ea typeface="Montserrat"/>
              </a:rPr>
              <a:t>Gun Detection</a:t>
            </a:r>
            <a:endParaRPr b="0" lang="en-IE" sz="4000" strike="noStrike" u="none">
              <a:solidFill>
                <a:srgbClr val="000000"/>
              </a:solidFill>
              <a:effectLst/>
              <a:uFillTx/>
              <a:latin typeface="Arial"/>
            </a:endParaRPr>
          </a:p>
        </p:txBody>
      </p:sp>
      <p:sp>
        <p:nvSpPr>
          <p:cNvPr id="110" name="PlaceHolder 2"/>
          <p:cNvSpPr>
            <a:spLocks noGrp="1"/>
          </p:cNvSpPr>
          <p:nvPr>
            <p:ph type="subTitle"/>
          </p:nvPr>
        </p:nvSpPr>
        <p:spPr>
          <a:xfrm>
            <a:off x="5083920" y="3925080"/>
            <a:ext cx="3470400" cy="505800"/>
          </a:xfrm>
          <a:prstGeom prst="rect">
            <a:avLst/>
          </a:prstGeom>
          <a:noFill/>
          <a:ln w="0">
            <a:noFill/>
          </a:ln>
        </p:spPr>
        <p:txBody>
          <a:bodyPr lIns="91440" rIns="91440" tIns="91440" bIns="91440" anchor="t">
            <a:normAutofit/>
          </a:bodyPr>
          <a:p>
            <a:pPr indent="0">
              <a:lnSpc>
                <a:spcPct val="100000"/>
              </a:lnSpc>
              <a:buNone/>
              <a:tabLst>
                <a:tab algn="l" pos="0"/>
              </a:tabLst>
            </a:pPr>
            <a:r>
              <a:rPr b="0" lang="pl" sz="1300" strike="noStrike" u="none">
                <a:solidFill>
                  <a:schemeClr val="lt1"/>
                </a:solidFill>
                <a:effectLst/>
                <a:uFillTx/>
                <a:latin typeface="Lato"/>
                <a:ea typeface="Lato"/>
              </a:rPr>
              <a:t>Mikołaj Karapka, Rafał Leja</a:t>
            </a:r>
            <a:endParaRPr b="0" lang="en-IE" sz="13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1297440" y="393840"/>
            <a:ext cx="7038720" cy="913680"/>
          </a:xfrm>
          <a:prstGeom prst="rect">
            <a:avLst/>
          </a:prstGeom>
          <a:noFill/>
          <a:ln w="0">
            <a:noFill/>
          </a:ln>
        </p:spPr>
        <p:txBody>
          <a:bodyPr lIns="91440" rIns="91440" tIns="91440" bIns="91440" anchor="t">
            <a:normAutofit/>
          </a:bodyPr>
          <a:p>
            <a:pPr indent="0">
              <a:lnSpc>
                <a:spcPct val="100000"/>
              </a:lnSpc>
              <a:buNone/>
              <a:tabLst>
                <a:tab algn="l" pos="0"/>
              </a:tabLst>
            </a:pPr>
            <a:r>
              <a:rPr b="0" lang="pl" sz="2400" strike="noStrike" u="none">
                <a:solidFill>
                  <a:schemeClr val="lt1"/>
                </a:solidFill>
                <a:effectLst/>
                <a:uFillTx/>
                <a:latin typeface="Montserrat"/>
                <a:ea typeface="Montserrat"/>
              </a:rPr>
              <a:t>Problem Definition</a:t>
            </a:r>
            <a:endParaRPr b="0" lang="en-IE" sz="2400" strike="noStrike" u="none">
              <a:solidFill>
                <a:srgbClr val="000000"/>
              </a:solidFill>
              <a:effectLst/>
              <a:uFillTx/>
              <a:latin typeface="Arial"/>
            </a:endParaRPr>
          </a:p>
        </p:txBody>
      </p:sp>
      <p:sp>
        <p:nvSpPr>
          <p:cNvPr id="112" name="PlaceHolder 2"/>
          <p:cNvSpPr>
            <a:spLocks noGrp="1"/>
          </p:cNvSpPr>
          <p:nvPr>
            <p:ph/>
          </p:nvPr>
        </p:nvSpPr>
        <p:spPr>
          <a:xfrm>
            <a:off x="1297440" y="1181520"/>
            <a:ext cx="6765120" cy="772200"/>
          </a:xfrm>
          <a:prstGeom prst="rect">
            <a:avLst/>
          </a:prstGeom>
          <a:noFill/>
          <a:ln w="0">
            <a:noFill/>
          </a:ln>
        </p:spPr>
        <p:txBody>
          <a:bodyPr lIns="91440" rIns="91440" tIns="91440" bIns="91440" anchor="t">
            <a:normAutofit/>
          </a:bodyPr>
          <a:p>
            <a:pPr indent="0">
              <a:lnSpc>
                <a:spcPct val="115000"/>
              </a:lnSpc>
              <a:spcAft>
                <a:spcPts val="1199"/>
              </a:spcAft>
              <a:buNone/>
              <a:tabLst>
                <a:tab algn="l" pos="0"/>
              </a:tabLst>
            </a:pPr>
            <a:r>
              <a:rPr b="0" lang="pl" sz="2000" strike="noStrike" u="none">
                <a:solidFill>
                  <a:schemeClr val="lt1"/>
                </a:solidFill>
                <a:effectLst/>
                <a:uFillTx/>
                <a:latin typeface="Lato"/>
                <a:ea typeface="Lato"/>
              </a:rPr>
              <a:t>Real-time detection of guns from CCTV footage</a:t>
            </a:r>
            <a:endParaRPr b="0" lang="en-IE" sz="2000" strike="noStrike" u="none">
              <a:solidFill>
                <a:srgbClr val="000000"/>
              </a:solidFill>
              <a:effectLst/>
              <a:uFillTx/>
              <a:latin typeface="Arial"/>
            </a:endParaRPr>
          </a:p>
        </p:txBody>
      </p:sp>
      <p:pic>
        <p:nvPicPr>
          <p:cNvPr id="113" name="Google Shape;142;p14" descr=""/>
          <p:cNvPicPr/>
          <p:nvPr/>
        </p:nvPicPr>
        <p:blipFill>
          <a:blip r:embed="rId1"/>
          <a:srcRect l="6405" t="6970" r="6895" b="7181"/>
          <a:stretch/>
        </p:blipFill>
        <p:spPr>
          <a:xfrm>
            <a:off x="903600" y="2335320"/>
            <a:ext cx="3269520" cy="2247120"/>
          </a:xfrm>
          <a:prstGeom prst="rect">
            <a:avLst/>
          </a:prstGeom>
          <a:noFill/>
          <a:ln w="0">
            <a:noFill/>
          </a:ln>
        </p:spPr>
      </p:pic>
      <p:pic>
        <p:nvPicPr>
          <p:cNvPr id="114" name="Google Shape;143;p14" descr=""/>
          <p:cNvPicPr/>
          <p:nvPr/>
        </p:nvPicPr>
        <p:blipFill>
          <a:blip r:embed="rId2"/>
          <a:srcRect l="8433" t="8168" r="0" b="7916"/>
          <a:stretch/>
        </p:blipFill>
        <p:spPr>
          <a:xfrm>
            <a:off x="4996800" y="2335320"/>
            <a:ext cx="3269520" cy="224712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1297440" y="393840"/>
            <a:ext cx="7038720" cy="913680"/>
          </a:xfrm>
          <a:prstGeom prst="rect">
            <a:avLst/>
          </a:prstGeom>
          <a:noFill/>
          <a:ln w="0">
            <a:noFill/>
          </a:ln>
        </p:spPr>
        <p:txBody>
          <a:bodyPr lIns="91440" rIns="91440" tIns="91440" bIns="91440" anchor="t">
            <a:normAutofit/>
          </a:bodyPr>
          <a:p>
            <a:pPr indent="0">
              <a:lnSpc>
                <a:spcPct val="100000"/>
              </a:lnSpc>
              <a:buNone/>
              <a:tabLst>
                <a:tab algn="l" pos="0"/>
              </a:tabLst>
            </a:pPr>
            <a:r>
              <a:rPr b="0" lang="pl" sz="2400" strike="noStrike" u="none">
                <a:solidFill>
                  <a:schemeClr val="lt1"/>
                </a:solidFill>
                <a:effectLst/>
                <a:uFillTx/>
                <a:latin typeface="Montserrat"/>
                <a:ea typeface="Montserrat"/>
              </a:rPr>
              <a:t>Business Justification</a:t>
            </a:r>
            <a:endParaRPr b="0" lang="en-IE" sz="2400" strike="noStrike" u="none">
              <a:solidFill>
                <a:srgbClr val="000000"/>
              </a:solidFill>
              <a:effectLst/>
              <a:uFillTx/>
              <a:latin typeface="Arial"/>
            </a:endParaRPr>
          </a:p>
        </p:txBody>
      </p:sp>
      <p:sp>
        <p:nvSpPr>
          <p:cNvPr id="116" name="PlaceHolder 2"/>
          <p:cNvSpPr>
            <a:spLocks noGrp="1"/>
          </p:cNvSpPr>
          <p:nvPr>
            <p:ph/>
          </p:nvPr>
        </p:nvSpPr>
        <p:spPr>
          <a:xfrm>
            <a:off x="1297440" y="1567440"/>
            <a:ext cx="7038720" cy="2910960"/>
          </a:xfrm>
          <a:prstGeom prst="rect">
            <a:avLst/>
          </a:prstGeom>
          <a:noFill/>
          <a:ln w="0">
            <a:noFill/>
          </a:ln>
        </p:spPr>
        <p:txBody>
          <a:bodyPr lIns="91440" rIns="91440" tIns="91440" bIns="91440" anchor="t">
            <a:normAutofit/>
          </a:bodyPr>
          <a:p>
            <a:pPr marL="457200" indent="-311040">
              <a:lnSpc>
                <a:spcPct val="115000"/>
              </a:lnSpc>
              <a:buClr>
                <a:srgbClr val="ffffff"/>
              </a:buClr>
              <a:buFont typeface="Lato"/>
              <a:buChar char="-"/>
            </a:pPr>
            <a:r>
              <a:rPr b="0" lang="pl" sz="1300" strike="noStrike" u="none">
                <a:solidFill>
                  <a:schemeClr val="lt1"/>
                </a:solidFill>
                <a:effectLst/>
                <a:uFillTx/>
                <a:latin typeface="Lato"/>
                <a:ea typeface="Lato"/>
              </a:rPr>
              <a:t>CCTV is widely available, but human capacity to detect danger is limited, often resulting delayed response. In situations as armed robbery or active shooter incidents, we need to react as quick as possible,</a:t>
            </a:r>
            <a:endParaRPr b="0" lang="en-IE" sz="1300" strike="noStrike" u="none">
              <a:solidFill>
                <a:srgbClr val="000000"/>
              </a:solidFill>
              <a:effectLst/>
              <a:uFillTx/>
              <a:latin typeface="Arial"/>
            </a:endParaRPr>
          </a:p>
          <a:p>
            <a:pPr marL="457200" indent="-311040">
              <a:lnSpc>
                <a:spcPct val="115000"/>
              </a:lnSpc>
              <a:buClr>
                <a:srgbClr val="ffffff"/>
              </a:buClr>
              <a:buFont typeface="Lato"/>
              <a:buChar char="-"/>
            </a:pPr>
            <a:r>
              <a:rPr b="0" lang="pl" sz="1300" strike="noStrike" u="none">
                <a:solidFill>
                  <a:schemeClr val="lt1"/>
                </a:solidFill>
                <a:effectLst/>
                <a:uFillTx/>
                <a:latin typeface="Lato"/>
                <a:ea typeface="Lato"/>
              </a:rPr>
              <a:t>Automatic gun detection could be used as a real-time warning system to instantly alert security personnel and significantly reduce response time.</a:t>
            </a:r>
            <a:endParaRPr b="0" lang="en-IE"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1297440" y="393840"/>
            <a:ext cx="7038720" cy="913680"/>
          </a:xfrm>
          <a:prstGeom prst="rect">
            <a:avLst/>
          </a:prstGeom>
          <a:noFill/>
          <a:ln w="0">
            <a:noFill/>
          </a:ln>
        </p:spPr>
        <p:txBody>
          <a:bodyPr lIns="91440" rIns="91440" tIns="91440" bIns="91440" anchor="t">
            <a:normAutofit/>
          </a:bodyPr>
          <a:p>
            <a:pPr indent="0">
              <a:lnSpc>
                <a:spcPct val="100000"/>
              </a:lnSpc>
              <a:buNone/>
              <a:tabLst>
                <a:tab algn="l" pos="0"/>
              </a:tabLst>
            </a:pPr>
            <a:r>
              <a:rPr b="0" lang="pl" sz="2400" strike="noStrike" u="none">
                <a:solidFill>
                  <a:schemeClr val="lt1"/>
                </a:solidFill>
                <a:effectLst/>
                <a:uFillTx/>
                <a:latin typeface="Montserrat"/>
                <a:ea typeface="Montserrat"/>
              </a:rPr>
              <a:t>Datasets</a:t>
            </a:r>
            <a:endParaRPr b="0" lang="en-IE" sz="2400" strike="noStrike" u="none">
              <a:solidFill>
                <a:srgbClr val="000000"/>
              </a:solidFill>
              <a:effectLst/>
              <a:uFillTx/>
              <a:latin typeface="Arial"/>
            </a:endParaRPr>
          </a:p>
        </p:txBody>
      </p:sp>
      <p:sp>
        <p:nvSpPr>
          <p:cNvPr id="118" name="PlaceHolder 2"/>
          <p:cNvSpPr>
            <a:spLocks noGrp="1"/>
          </p:cNvSpPr>
          <p:nvPr>
            <p:ph/>
          </p:nvPr>
        </p:nvSpPr>
        <p:spPr>
          <a:xfrm>
            <a:off x="1297440" y="1567440"/>
            <a:ext cx="7038720" cy="2910960"/>
          </a:xfrm>
          <a:prstGeom prst="rect">
            <a:avLst/>
          </a:prstGeom>
          <a:noFill/>
          <a:ln w="0">
            <a:noFill/>
          </a:ln>
        </p:spPr>
        <p:txBody>
          <a:bodyPr lIns="91440" rIns="91440" tIns="91440" bIns="91440" anchor="t">
            <a:normAutofit/>
          </a:bodyPr>
          <a:p>
            <a:pPr indent="0">
              <a:lnSpc>
                <a:spcPct val="115000"/>
              </a:lnSpc>
              <a:buNone/>
              <a:tabLst>
                <a:tab algn="l" pos="0"/>
              </a:tabLst>
            </a:pPr>
            <a:r>
              <a:rPr b="1" lang="pl" sz="1300" strike="noStrike" u="none">
                <a:solidFill>
                  <a:schemeClr val="lt1"/>
                </a:solidFill>
                <a:effectLst/>
                <a:uFillTx/>
                <a:latin typeface="Lato"/>
                <a:ea typeface="Lato"/>
              </a:rPr>
              <a:t>We consider following datasets:</a:t>
            </a:r>
            <a:endParaRPr b="0" lang="en-IE" sz="1300" strike="noStrike" u="none">
              <a:solidFill>
                <a:srgbClr val="000000"/>
              </a:solidFill>
              <a:effectLst/>
              <a:uFillTx/>
              <a:latin typeface="Arial"/>
            </a:endParaRPr>
          </a:p>
          <a:p>
            <a:pPr marL="457200" indent="-311040">
              <a:lnSpc>
                <a:spcPct val="115000"/>
              </a:lnSpc>
              <a:spcBef>
                <a:spcPts val="1199"/>
              </a:spcBef>
              <a:buClr>
                <a:srgbClr val="ffffff"/>
              </a:buClr>
              <a:buFont typeface="Lato"/>
              <a:buChar char="-"/>
              <a:tabLst>
                <a:tab algn="l" pos="0"/>
              </a:tabLst>
            </a:pPr>
            <a:r>
              <a:rPr b="0" lang="pl" sz="1300" strike="noStrike" u="sng">
                <a:solidFill>
                  <a:schemeClr val="hlink"/>
                </a:solidFill>
                <a:effectLst/>
                <a:uFillTx/>
                <a:latin typeface="Lato"/>
                <a:ea typeface="Lato"/>
                <a:hlinkClick r:id="rId1"/>
              </a:rPr>
              <a:t>Pistols Dataset</a:t>
            </a:r>
            <a:r>
              <a:rPr b="0" lang="pl" sz="1300" strike="noStrike" u="none">
                <a:solidFill>
                  <a:schemeClr val="lt1"/>
                </a:solidFill>
                <a:effectLst/>
                <a:uFillTx/>
                <a:latin typeface="Lato"/>
                <a:ea typeface="Lato"/>
              </a:rPr>
              <a:t>:</a:t>
            </a:r>
            <a:endParaRPr b="0" lang="en-IE" sz="1300" strike="noStrike" u="none">
              <a:solidFill>
                <a:srgbClr val="000000"/>
              </a:solidFill>
              <a:effectLst/>
              <a:uFillTx/>
              <a:latin typeface="Arial"/>
            </a:endParaRPr>
          </a:p>
          <a:p>
            <a:pPr lvl="1" marL="914400" indent="-298440">
              <a:lnSpc>
                <a:spcPct val="115000"/>
              </a:lnSpc>
              <a:buClr>
                <a:srgbClr val="ffffff"/>
              </a:buClr>
              <a:buFont typeface="Lato"/>
              <a:buChar char="-"/>
              <a:tabLst>
                <a:tab algn="l" pos="0"/>
              </a:tabLst>
            </a:pPr>
            <a:r>
              <a:rPr b="0" lang="pl" sz="1100" strike="noStrike" u="none">
                <a:solidFill>
                  <a:schemeClr val="lt1"/>
                </a:solidFill>
                <a:effectLst/>
                <a:uFillTx/>
                <a:latin typeface="Lato"/>
                <a:ea typeface="Lato"/>
              </a:rPr>
              <a:t>2986 images of pistols</a:t>
            </a:r>
            <a:endParaRPr b="0" lang="en-IE" sz="1100" strike="noStrike" u="none">
              <a:solidFill>
                <a:srgbClr val="000000"/>
              </a:solidFill>
              <a:effectLst/>
              <a:uFillTx/>
              <a:latin typeface="Arial"/>
            </a:endParaRPr>
          </a:p>
          <a:p>
            <a:pPr lvl="1" marL="914400" indent="-298440">
              <a:lnSpc>
                <a:spcPct val="115000"/>
              </a:lnSpc>
              <a:buClr>
                <a:srgbClr val="ffffff"/>
              </a:buClr>
              <a:buFont typeface="Lato"/>
              <a:buChar char="-"/>
              <a:tabLst>
                <a:tab algn="l" pos="0"/>
              </a:tabLst>
            </a:pPr>
            <a:r>
              <a:rPr b="0" lang="pl" sz="1100" strike="noStrike" u="none">
                <a:solidFill>
                  <a:schemeClr val="lt1"/>
                </a:solidFill>
                <a:effectLst/>
                <a:uFillTx/>
                <a:latin typeface="Lato"/>
                <a:ea typeface="Lato"/>
              </a:rPr>
              <a:t>Only pistol annotation class</a:t>
            </a:r>
            <a:endParaRPr b="0" lang="en-IE" sz="1100" strike="noStrike" u="none">
              <a:solidFill>
                <a:srgbClr val="000000"/>
              </a:solidFill>
              <a:effectLst/>
              <a:uFillTx/>
              <a:latin typeface="Arial"/>
            </a:endParaRPr>
          </a:p>
          <a:p>
            <a:pPr marL="457200" indent="-311040">
              <a:lnSpc>
                <a:spcPct val="115000"/>
              </a:lnSpc>
              <a:buClr>
                <a:srgbClr val="ffffff"/>
              </a:buClr>
              <a:buFont typeface="Lato"/>
              <a:buChar char="-"/>
              <a:tabLst>
                <a:tab algn="l" pos="0"/>
              </a:tabLst>
            </a:pPr>
            <a:r>
              <a:rPr b="0" lang="pl" sz="1300" strike="noStrike" u="sng">
                <a:solidFill>
                  <a:schemeClr val="hlink"/>
                </a:solidFill>
                <a:effectLst/>
                <a:uFillTx/>
                <a:latin typeface="Lato"/>
                <a:ea typeface="Lato"/>
                <a:hlinkClick r:id="rId2"/>
              </a:rPr>
              <a:t>Gun Detection</a:t>
            </a:r>
            <a:r>
              <a:rPr b="0" lang="pl" sz="1300" strike="noStrike" u="none">
                <a:solidFill>
                  <a:schemeClr val="lt1"/>
                </a:solidFill>
                <a:effectLst/>
                <a:uFillTx/>
                <a:latin typeface="Lato"/>
                <a:ea typeface="Lato"/>
              </a:rPr>
              <a:t>:</a:t>
            </a:r>
            <a:endParaRPr b="0" lang="en-IE" sz="1300" strike="noStrike" u="none">
              <a:solidFill>
                <a:srgbClr val="000000"/>
              </a:solidFill>
              <a:effectLst/>
              <a:uFillTx/>
              <a:latin typeface="Arial"/>
            </a:endParaRPr>
          </a:p>
          <a:p>
            <a:pPr lvl="1" marL="914400" indent="-298440">
              <a:lnSpc>
                <a:spcPct val="115000"/>
              </a:lnSpc>
              <a:buClr>
                <a:srgbClr val="ffffff"/>
              </a:buClr>
              <a:buFont typeface="Lato"/>
              <a:buChar char="-"/>
              <a:tabLst>
                <a:tab algn="l" pos="0"/>
              </a:tabLst>
            </a:pPr>
            <a:r>
              <a:rPr b="0" lang="pl" sz="1100" strike="noStrike" u="none">
                <a:solidFill>
                  <a:schemeClr val="lt1"/>
                </a:solidFill>
                <a:effectLst/>
                <a:uFillTx/>
                <a:latin typeface="Lato"/>
                <a:ea typeface="Lato"/>
              </a:rPr>
              <a:t>1000 images of different guns</a:t>
            </a:r>
            <a:endParaRPr b="0" lang="en-IE" sz="1100" strike="noStrike" u="none">
              <a:solidFill>
                <a:srgbClr val="000000"/>
              </a:solidFill>
              <a:effectLst/>
              <a:uFillTx/>
              <a:latin typeface="Arial"/>
            </a:endParaRPr>
          </a:p>
          <a:p>
            <a:pPr lvl="1" marL="914400" indent="-298440">
              <a:lnSpc>
                <a:spcPct val="115000"/>
              </a:lnSpc>
              <a:buClr>
                <a:srgbClr val="ffffff"/>
              </a:buClr>
              <a:buFont typeface="Lato"/>
              <a:buChar char="-"/>
              <a:tabLst>
                <a:tab algn="l" pos="0"/>
              </a:tabLst>
            </a:pPr>
            <a:r>
              <a:rPr b="0" lang="pl" sz="1100" strike="noStrike" u="none">
                <a:solidFill>
                  <a:schemeClr val="lt1"/>
                </a:solidFill>
                <a:effectLst/>
                <a:uFillTx/>
                <a:latin typeface="Lato"/>
                <a:ea typeface="Lato"/>
              </a:rPr>
              <a:t>Only gun annotation class</a:t>
            </a:r>
            <a:endParaRPr b="0" lang="en-IE" sz="1100" strike="noStrike" u="none">
              <a:solidFill>
                <a:srgbClr val="000000"/>
              </a:solidFill>
              <a:effectLst/>
              <a:uFillTx/>
              <a:latin typeface="Arial"/>
            </a:endParaRPr>
          </a:p>
          <a:p>
            <a:pPr marL="457200" indent="-311040">
              <a:lnSpc>
                <a:spcPct val="115000"/>
              </a:lnSpc>
              <a:buClr>
                <a:srgbClr val="ffffff"/>
              </a:buClr>
              <a:buFont typeface="Lato"/>
              <a:buChar char="-"/>
              <a:tabLst>
                <a:tab algn="l" pos="0"/>
              </a:tabLst>
            </a:pPr>
            <a:r>
              <a:rPr b="0" lang="pl" sz="1300" strike="noStrike" u="none">
                <a:solidFill>
                  <a:schemeClr val="lt1"/>
                </a:solidFill>
                <a:effectLst/>
                <a:uFillTx/>
                <a:latin typeface="Lato"/>
                <a:ea typeface="Lato"/>
              </a:rPr>
              <a:t>All datasets contain various photos showing guns from different perspective</a:t>
            </a:r>
            <a:endParaRPr b="0" lang="en-IE"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1297440" y="393840"/>
            <a:ext cx="7038720" cy="913680"/>
          </a:xfrm>
          <a:prstGeom prst="rect">
            <a:avLst/>
          </a:prstGeom>
          <a:noFill/>
          <a:ln w="0">
            <a:noFill/>
          </a:ln>
        </p:spPr>
        <p:txBody>
          <a:bodyPr lIns="91440" rIns="91440" tIns="91440" bIns="91440" anchor="t">
            <a:normAutofit/>
          </a:bodyPr>
          <a:p>
            <a:pPr indent="0">
              <a:lnSpc>
                <a:spcPct val="100000"/>
              </a:lnSpc>
              <a:buNone/>
              <a:tabLst>
                <a:tab algn="l" pos="0"/>
              </a:tabLst>
            </a:pPr>
            <a:r>
              <a:rPr b="0" lang="pl" sz="2400" strike="noStrike" u="none">
                <a:solidFill>
                  <a:schemeClr val="lt1"/>
                </a:solidFill>
                <a:effectLst/>
                <a:uFillTx/>
                <a:latin typeface="Montserrat"/>
                <a:ea typeface="Montserrat"/>
              </a:rPr>
              <a:t>Feasibility</a:t>
            </a:r>
            <a:endParaRPr b="0" lang="en-IE" sz="2400" strike="noStrike" u="none">
              <a:solidFill>
                <a:srgbClr val="000000"/>
              </a:solidFill>
              <a:effectLst/>
              <a:uFillTx/>
              <a:latin typeface="Arial"/>
            </a:endParaRPr>
          </a:p>
        </p:txBody>
      </p:sp>
      <p:sp>
        <p:nvSpPr>
          <p:cNvPr id="120" name="PlaceHolder 2"/>
          <p:cNvSpPr>
            <a:spLocks noGrp="1"/>
          </p:cNvSpPr>
          <p:nvPr>
            <p:ph/>
          </p:nvPr>
        </p:nvSpPr>
        <p:spPr>
          <a:xfrm>
            <a:off x="1297440" y="1567440"/>
            <a:ext cx="7038720" cy="2910960"/>
          </a:xfrm>
          <a:prstGeom prst="rect">
            <a:avLst/>
          </a:prstGeom>
          <a:noFill/>
          <a:ln w="0">
            <a:noFill/>
          </a:ln>
        </p:spPr>
        <p:txBody>
          <a:bodyPr lIns="91440" rIns="91440" tIns="91440" bIns="91440" anchor="t">
            <a:normAutofit/>
          </a:bodyPr>
          <a:p>
            <a:pPr marL="457200" indent="-311040">
              <a:lnSpc>
                <a:spcPct val="115000"/>
              </a:lnSpc>
              <a:buClr>
                <a:srgbClr val="ffffff"/>
              </a:buClr>
              <a:buFont typeface="Lato"/>
              <a:buChar char="-"/>
            </a:pPr>
            <a:r>
              <a:rPr b="0" lang="pl" sz="1300" strike="noStrike" u="none">
                <a:solidFill>
                  <a:schemeClr val="lt1"/>
                </a:solidFill>
                <a:effectLst/>
                <a:uFillTx/>
                <a:latin typeface="Lato"/>
                <a:ea typeface="Lato"/>
              </a:rPr>
              <a:t>Object detection of a visually distinct object (gun) is a well-solved problem class</a:t>
            </a:r>
            <a:endParaRPr b="0" lang="en-IE" sz="1300" strike="noStrike" u="none">
              <a:solidFill>
                <a:srgbClr val="000000"/>
              </a:solidFill>
              <a:effectLst/>
              <a:uFillTx/>
              <a:latin typeface="Arial"/>
            </a:endParaRPr>
          </a:p>
          <a:p>
            <a:pPr marL="457200" indent="-311040">
              <a:lnSpc>
                <a:spcPct val="115000"/>
              </a:lnSpc>
              <a:buClr>
                <a:srgbClr val="ffffff"/>
              </a:buClr>
              <a:buFont typeface="Lato"/>
              <a:buChar char="-"/>
            </a:pPr>
            <a:r>
              <a:rPr b="0" lang="pl" sz="1300" strike="noStrike" u="none">
                <a:solidFill>
                  <a:schemeClr val="lt1"/>
                </a:solidFill>
                <a:effectLst/>
                <a:uFillTx/>
                <a:latin typeface="Lato"/>
                <a:ea typeface="Lato"/>
              </a:rPr>
              <a:t>Modern detectors like YOLO can learn it efficiently</a:t>
            </a:r>
            <a:endParaRPr b="0" lang="en-IE" sz="1300" strike="noStrike" u="none">
              <a:solidFill>
                <a:srgbClr val="000000"/>
              </a:solidFill>
              <a:effectLst/>
              <a:uFillTx/>
              <a:latin typeface="Arial"/>
            </a:endParaRPr>
          </a:p>
          <a:p>
            <a:pPr marL="457200" indent="-311040">
              <a:lnSpc>
                <a:spcPct val="115000"/>
              </a:lnSpc>
              <a:buClr>
                <a:srgbClr val="ffffff"/>
              </a:buClr>
              <a:buFont typeface="Lato"/>
              <a:buChar char="-"/>
            </a:pPr>
            <a:r>
              <a:rPr b="0" lang="pl" sz="1300" strike="noStrike" u="none">
                <a:solidFill>
                  <a:schemeClr val="lt1"/>
                </a:solidFill>
                <a:effectLst/>
                <a:uFillTx/>
                <a:latin typeface="Lato"/>
                <a:ea typeface="Lato"/>
              </a:rPr>
              <a:t>Transfer learning removes the need for massive datasets</a:t>
            </a:r>
            <a:endParaRPr b="0" lang="en-IE"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1297440" y="393840"/>
            <a:ext cx="7038720" cy="913680"/>
          </a:xfrm>
          <a:prstGeom prst="rect">
            <a:avLst/>
          </a:prstGeom>
          <a:noFill/>
          <a:ln w="0">
            <a:noFill/>
          </a:ln>
        </p:spPr>
        <p:txBody>
          <a:bodyPr lIns="91440" rIns="91440" tIns="91440" bIns="91440" anchor="t">
            <a:normAutofit/>
          </a:bodyPr>
          <a:p>
            <a:pPr indent="0">
              <a:lnSpc>
                <a:spcPct val="100000"/>
              </a:lnSpc>
              <a:buNone/>
              <a:tabLst>
                <a:tab algn="l" pos="0"/>
              </a:tabLst>
            </a:pPr>
            <a:r>
              <a:rPr b="0" lang="pl" sz="2400" strike="noStrike" u="none">
                <a:solidFill>
                  <a:schemeClr val="lt1"/>
                </a:solidFill>
                <a:effectLst/>
                <a:uFillTx/>
                <a:latin typeface="Montserrat"/>
                <a:ea typeface="Montserrat"/>
              </a:rPr>
              <a:t>Proposed approach</a:t>
            </a:r>
            <a:endParaRPr b="0" lang="en-IE" sz="2400" strike="noStrike" u="none">
              <a:solidFill>
                <a:srgbClr val="000000"/>
              </a:solidFill>
              <a:effectLst/>
              <a:uFillTx/>
              <a:latin typeface="Arial"/>
            </a:endParaRPr>
          </a:p>
        </p:txBody>
      </p:sp>
      <p:sp>
        <p:nvSpPr>
          <p:cNvPr id="122" name="PlaceHolder 2"/>
          <p:cNvSpPr>
            <a:spLocks noGrp="1"/>
          </p:cNvSpPr>
          <p:nvPr>
            <p:ph/>
          </p:nvPr>
        </p:nvSpPr>
        <p:spPr>
          <a:xfrm>
            <a:off x="1297440" y="1567440"/>
            <a:ext cx="7038720" cy="2910960"/>
          </a:xfrm>
          <a:prstGeom prst="rect">
            <a:avLst/>
          </a:prstGeom>
          <a:noFill/>
          <a:ln w="0">
            <a:noFill/>
          </a:ln>
        </p:spPr>
        <p:txBody>
          <a:bodyPr lIns="91440" rIns="91440" tIns="91440" bIns="91440" anchor="t">
            <a:normAutofit/>
          </a:bodyPr>
          <a:p>
            <a:pPr indent="0">
              <a:lnSpc>
                <a:spcPct val="115000"/>
              </a:lnSpc>
              <a:buNone/>
              <a:tabLst>
                <a:tab algn="l" pos="0"/>
              </a:tabLst>
            </a:pPr>
            <a:r>
              <a:rPr b="0" lang="pl" sz="1300" strike="noStrike" u="none">
                <a:solidFill>
                  <a:schemeClr val="lt1"/>
                </a:solidFill>
                <a:effectLst/>
                <a:uFillTx/>
                <a:latin typeface="Lato"/>
                <a:ea typeface="Lato"/>
              </a:rPr>
              <a:t>We will try to build two computer-vision models that accurately detect in real-time CCTV footage</a:t>
            </a:r>
            <a:endParaRPr b="0" lang="en-IE" sz="1300" strike="noStrike" u="none">
              <a:solidFill>
                <a:srgbClr val="000000"/>
              </a:solidFill>
              <a:effectLst/>
              <a:uFillTx/>
              <a:latin typeface="Arial"/>
            </a:endParaRPr>
          </a:p>
          <a:p>
            <a:pPr indent="0">
              <a:lnSpc>
                <a:spcPct val="115000"/>
              </a:lnSpc>
              <a:spcBef>
                <a:spcPts val="1199"/>
              </a:spcBef>
              <a:buNone/>
              <a:tabLst>
                <a:tab algn="l" pos="0"/>
              </a:tabLst>
            </a:pPr>
            <a:r>
              <a:rPr b="0" lang="pl" sz="1300" strike="noStrike" u="none">
                <a:solidFill>
                  <a:schemeClr val="lt1"/>
                </a:solidFill>
                <a:effectLst/>
                <a:uFillTx/>
                <a:latin typeface="Lato"/>
                <a:ea typeface="Lato"/>
              </a:rPr>
              <a:t>1st approach:</a:t>
            </a:r>
            <a:endParaRPr b="0" lang="en-IE" sz="1300" strike="noStrike" u="none">
              <a:solidFill>
                <a:srgbClr val="000000"/>
              </a:solidFill>
              <a:effectLst/>
              <a:uFillTx/>
              <a:latin typeface="Arial"/>
            </a:endParaRPr>
          </a:p>
          <a:p>
            <a:pPr marL="457200" indent="-311040">
              <a:lnSpc>
                <a:spcPct val="115000"/>
              </a:lnSpc>
              <a:spcBef>
                <a:spcPts val="1199"/>
              </a:spcBef>
              <a:buClr>
                <a:srgbClr val="ffffff"/>
              </a:buClr>
              <a:buFont typeface="Lato"/>
              <a:buChar char="-"/>
              <a:tabLst>
                <a:tab algn="l" pos="0"/>
              </a:tabLst>
            </a:pPr>
            <a:r>
              <a:rPr b="0" lang="pl" sz="1300" strike="noStrike" u="none">
                <a:solidFill>
                  <a:schemeClr val="lt1"/>
                </a:solidFill>
                <a:effectLst/>
                <a:uFillTx/>
                <a:latin typeface="Lato"/>
                <a:ea typeface="Lato"/>
              </a:rPr>
              <a:t>Fine-tuned pre-trained model e.g. YOLO rf detr</a:t>
            </a:r>
            <a:endParaRPr b="0" lang="en-IE" sz="1300" strike="noStrike" u="none">
              <a:solidFill>
                <a:srgbClr val="000000"/>
              </a:solidFill>
              <a:effectLst/>
              <a:uFillTx/>
              <a:latin typeface="Arial"/>
            </a:endParaRPr>
          </a:p>
          <a:p>
            <a:pPr marL="457200" indent="-311040">
              <a:lnSpc>
                <a:spcPct val="115000"/>
              </a:lnSpc>
              <a:buClr>
                <a:srgbClr val="ffffff"/>
              </a:buClr>
              <a:buFont typeface="Lato"/>
              <a:buChar char="-"/>
              <a:tabLst>
                <a:tab algn="l" pos="0"/>
              </a:tabLst>
            </a:pPr>
            <a:r>
              <a:rPr b="1" lang="pl" sz="1300" strike="noStrike" u="none">
                <a:solidFill>
                  <a:schemeClr val="lt1"/>
                </a:solidFill>
                <a:effectLst/>
                <a:uFillTx/>
                <a:latin typeface="Lato"/>
                <a:ea typeface="Lato"/>
              </a:rPr>
              <a:t>Goal:</a:t>
            </a:r>
            <a:r>
              <a:rPr b="0" lang="pl" sz="1300" strike="noStrike" u="none">
                <a:solidFill>
                  <a:schemeClr val="lt1"/>
                </a:solidFill>
                <a:effectLst/>
                <a:uFillTx/>
                <a:latin typeface="Lato"/>
                <a:ea typeface="Lato"/>
              </a:rPr>
              <a:t> Very high </a:t>
            </a:r>
            <a:r>
              <a:rPr b="0" lang="pl" sz="1300" strike="noStrike" u="sng">
                <a:solidFill>
                  <a:schemeClr val="lt1"/>
                </a:solidFill>
                <a:effectLst/>
                <a:uFillTx/>
                <a:latin typeface="Lato"/>
                <a:ea typeface="Lato"/>
              </a:rPr>
              <a:t>accuracy</a:t>
            </a:r>
            <a:r>
              <a:rPr b="0" lang="pl" sz="1300" strike="noStrike" u="none">
                <a:solidFill>
                  <a:schemeClr val="lt1"/>
                </a:solidFill>
                <a:effectLst/>
                <a:uFillTx/>
                <a:latin typeface="Lato"/>
                <a:ea typeface="Lato"/>
              </a:rPr>
              <a:t> and </a:t>
            </a:r>
            <a:r>
              <a:rPr b="0" lang="pl" sz="1300" strike="noStrike" u="sng">
                <a:solidFill>
                  <a:schemeClr val="lt1"/>
                </a:solidFill>
                <a:effectLst/>
                <a:uFillTx/>
                <a:latin typeface="Lato"/>
                <a:ea typeface="Lato"/>
              </a:rPr>
              <a:t>inference efficiency</a:t>
            </a:r>
            <a:endParaRPr b="0" lang="en-IE" sz="1300" strike="noStrike" u="none">
              <a:solidFill>
                <a:srgbClr val="000000"/>
              </a:solidFill>
              <a:effectLst/>
              <a:uFillTx/>
              <a:latin typeface="Arial"/>
            </a:endParaRPr>
          </a:p>
          <a:p>
            <a:pPr indent="0">
              <a:lnSpc>
                <a:spcPct val="115000"/>
              </a:lnSpc>
              <a:spcBef>
                <a:spcPts val="1199"/>
              </a:spcBef>
              <a:buNone/>
              <a:tabLst>
                <a:tab algn="l" pos="0"/>
              </a:tabLst>
            </a:pPr>
            <a:r>
              <a:rPr b="0" lang="pl" sz="1300" strike="noStrike" u="none">
                <a:solidFill>
                  <a:schemeClr val="lt1"/>
                </a:solidFill>
                <a:effectLst/>
                <a:uFillTx/>
                <a:latin typeface="Lato"/>
                <a:ea typeface="Lato"/>
              </a:rPr>
              <a:t>2nd approach:</a:t>
            </a:r>
            <a:endParaRPr b="0" lang="en-IE" sz="1300" strike="noStrike" u="none">
              <a:solidFill>
                <a:srgbClr val="000000"/>
              </a:solidFill>
              <a:effectLst/>
              <a:uFillTx/>
              <a:latin typeface="Arial"/>
            </a:endParaRPr>
          </a:p>
          <a:p>
            <a:pPr marL="457200" indent="-311040">
              <a:lnSpc>
                <a:spcPct val="115000"/>
              </a:lnSpc>
              <a:spcBef>
                <a:spcPts val="1199"/>
              </a:spcBef>
              <a:buClr>
                <a:srgbClr val="ffffff"/>
              </a:buClr>
              <a:buFont typeface="Lato"/>
              <a:buChar char="-"/>
              <a:tabLst>
                <a:tab algn="l" pos="0"/>
              </a:tabLst>
            </a:pPr>
            <a:r>
              <a:rPr b="0" lang="pl" sz="1300" strike="noStrike" u="none">
                <a:solidFill>
                  <a:schemeClr val="lt1"/>
                </a:solidFill>
                <a:effectLst/>
                <a:uFillTx/>
                <a:latin typeface="Lato"/>
                <a:ea typeface="Lato"/>
              </a:rPr>
              <a:t>Model trained from scratch</a:t>
            </a:r>
            <a:endParaRPr b="0" lang="en-IE" sz="1300" strike="noStrike" u="none">
              <a:solidFill>
                <a:srgbClr val="000000"/>
              </a:solidFill>
              <a:effectLst/>
              <a:uFillTx/>
              <a:latin typeface="Arial"/>
            </a:endParaRPr>
          </a:p>
          <a:p>
            <a:pPr marL="457200" indent="-311040">
              <a:lnSpc>
                <a:spcPct val="115000"/>
              </a:lnSpc>
              <a:buClr>
                <a:srgbClr val="ffffff"/>
              </a:buClr>
              <a:buFont typeface="Lato"/>
              <a:buChar char="-"/>
              <a:tabLst>
                <a:tab algn="l" pos="0"/>
              </a:tabLst>
            </a:pPr>
            <a:r>
              <a:rPr b="1" lang="pl" sz="1300" strike="noStrike" u="none">
                <a:solidFill>
                  <a:schemeClr val="lt1"/>
                </a:solidFill>
                <a:effectLst/>
                <a:uFillTx/>
                <a:latin typeface="Lato"/>
                <a:ea typeface="Lato"/>
              </a:rPr>
              <a:t>Goal:</a:t>
            </a:r>
            <a:r>
              <a:rPr b="0" lang="pl" sz="1300" strike="noStrike" u="none">
                <a:solidFill>
                  <a:schemeClr val="lt1"/>
                </a:solidFill>
                <a:effectLst/>
                <a:uFillTx/>
                <a:latin typeface="Lato"/>
                <a:ea typeface="Lato"/>
              </a:rPr>
              <a:t> Data efficiency </a:t>
            </a:r>
            <a:endParaRPr b="0" lang="en-IE"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1297440" y="393840"/>
            <a:ext cx="7038720" cy="913680"/>
          </a:xfrm>
          <a:prstGeom prst="rect">
            <a:avLst/>
          </a:prstGeom>
          <a:noFill/>
          <a:ln w="0">
            <a:noFill/>
          </a:ln>
        </p:spPr>
        <p:txBody>
          <a:bodyPr lIns="91440" rIns="91440" tIns="91440" bIns="91440" anchor="t">
            <a:normAutofit/>
          </a:bodyPr>
          <a:p>
            <a:pPr indent="0">
              <a:lnSpc>
                <a:spcPct val="100000"/>
              </a:lnSpc>
              <a:buNone/>
              <a:tabLst>
                <a:tab algn="l" pos="0"/>
              </a:tabLst>
            </a:pPr>
            <a:r>
              <a:rPr b="0" lang="pl" sz="2400" strike="noStrike" u="none">
                <a:solidFill>
                  <a:schemeClr val="lt1"/>
                </a:solidFill>
                <a:effectLst/>
                <a:uFillTx/>
                <a:latin typeface="Montserrat"/>
                <a:ea typeface="Montserrat"/>
              </a:rPr>
              <a:t>Proposed approach</a:t>
            </a:r>
            <a:endParaRPr b="0" lang="en-IE" sz="2400" strike="noStrike" u="none">
              <a:solidFill>
                <a:srgbClr val="000000"/>
              </a:solidFill>
              <a:effectLst/>
              <a:uFillTx/>
              <a:latin typeface="Arial"/>
            </a:endParaRPr>
          </a:p>
        </p:txBody>
      </p:sp>
      <p:sp>
        <p:nvSpPr>
          <p:cNvPr id="124" name="PlaceHolder 2"/>
          <p:cNvSpPr>
            <a:spLocks noGrp="1"/>
          </p:cNvSpPr>
          <p:nvPr>
            <p:ph/>
          </p:nvPr>
        </p:nvSpPr>
        <p:spPr>
          <a:xfrm>
            <a:off x="1297440" y="1567440"/>
            <a:ext cx="7038720" cy="2910960"/>
          </a:xfrm>
          <a:prstGeom prst="rect">
            <a:avLst/>
          </a:prstGeom>
          <a:noFill/>
          <a:ln w="0">
            <a:noFill/>
          </a:ln>
        </p:spPr>
        <p:txBody>
          <a:bodyPr lIns="91440" rIns="91440" tIns="91440" bIns="91440" anchor="t">
            <a:normAutofit/>
          </a:bodyPr>
          <a:p>
            <a:pPr indent="0">
              <a:lnSpc>
                <a:spcPct val="115000"/>
              </a:lnSpc>
              <a:buNone/>
              <a:tabLst>
                <a:tab algn="l" pos="0"/>
              </a:tabLst>
            </a:pPr>
            <a:r>
              <a:rPr b="0" lang="pl" sz="1300" strike="noStrike" u="none">
                <a:solidFill>
                  <a:schemeClr val="lt1"/>
                </a:solidFill>
                <a:effectLst/>
                <a:uFillTx/>
                <a:latin typeface="Lato"/>
                <a:ea typeface="Lato"/>
              </a:rPr>
              <a:t>Methods that we will use:</a:t>
            </a:r>
            <a:endParaRPr b="0" lang="en-IE" sz="1300" strike="noStrike" u="none">
              <a:solidFill>
                <a:srgbClr val="000000"/>
              </a:solidFill>
              <a:effectLst/>
              <a:uFillTx/>
              <a:latin typeface="Arial"/>
            </a:endParaRPr>
          </a:p>
          <a:p>
            <a:pPr marL="457200" indent="-311040">
              <a:lnSpc>
                <a:spcPct val="115000"/>
              </a:lnSpc>
              <a:spcBef>
                <a:spcPts val="1199"/>
              </a:spcBef>
              <a:buClr>
                <a:srgbClr val="ffffff"/>
              </a:buClr>
              <a:buFont typeface="Lato"/>
              <a:buChar char="-"/>
              <a:tabLst>
                <a:tab algn="l" pos="0"/>
              </a:tabLst>
            </a:pPr>
            <a:r>
              <a:rPr b="0" lang="pl" sz="1300" strike="noStrike" u="none">
                <a:solidFill>
                  <a:schemeClr val="lt1"/>
                </a:solidFill>
                <a:effectLst/>
                <a:uFillTx/>
                <a:latin typeface="Lato"/>
                <a:ea typeface="Lato"/>
              </a:rPr>
              <a:t>Negative samples</a:t>
            </a:r>
            <a:endParaRPr b="0" lang="en-IE" sz="1300" strike="noStrike" u="none">
              <a:solidFill>
                <a:srgbClr val="000000"/>
              </a:solidFill>
              <a:effectLst/>
              <a:uFillTx/>
              <a:latin typeface="Arial"/>
            </a:endParaRPr>
          </a:p>
          <a:p>
            <a:pPr marL="457200" indent="-311040">
              <a:lnSpc>
                <a:spcPct val="115000"/>
              </a:lnSpc>
              <a:buClr>
                <a:srgbClr val="ffffff"/>
              </a:buClr>
              <a:buFont typeface="Lato"/>
              <a:buChar char="-"/>
              <a:tabLst>
                <a:tab algn="l" pos="0"/>
              </a:tabLst>
            </a:pPr>
            <a:r>
              <a:rPr b="0" lang="pl" sz="1300" strike="noStrike" u="none">
                <a:solidFill>
                  <a:schemeClr val="lt1"/>
                </a:solidFill>
                <a:effectLst/>
                <a:uFillTx/>
                <a:latin typeface="Lato"/>
                <a:ea typeface="Lato"/>
              </a:rPr>
              <a:t>Data augmentation</a:t>
            </a:r>
            <a:endParaRPr b="0" lang="en-IE"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6</TotalTime>
  <Application>LibreOffice/25.2.3.2$Linux_X86_64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en-IE</dc:language>
  <cp:lastModifiedBy/>
  <dcterms:modified xsi:type="dcterms:W3CDTF">2026-03-31T10:46:44Z</dcterms:modified>
  <cp:revision>2</cp:revision>
  <dc:subject/>
  <dc:title/>
</cp:coreProperties>
</file>