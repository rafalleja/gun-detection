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3448c7fc1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d3448c7fc1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3448c7fc1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3448c7fc1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3448c7fc1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d3448c7fc1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d3448c7fc1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d3448c7fc1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3448c7fc1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3448c7fc1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3448c7fc1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3448c7fc1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public.roboflow.com/object-detection/pistols" TargetMode="External"/><Relationship Id="rId4" Type="http://schemas.openxmlformats.org/officeDocument/2006/relationships/hyperlink" Target="https://www.kaggle.com/datasets/ugorjiir/gun-detection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Gun Detection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Mikołaj Karapka, Rafał Leja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Problem Definition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181400"/>
            <a:ext cx="6765300" cy="77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2000"/>
              <a:t>Real-time detection of guns from CCTV footage</a:t>
            </a:r>
            <a:endParaRPr sz="2000"/>
          </a:p>
        </p:txBody>
      </p:sp>
      <p:pic>
        <p:nvPicPr>
          <p:cNvPr id="142" name="Google Shape;142;p14"/>
          <p:cNvPicPr preferRelativeResize="0"/>
          <p:nvPr/>
        </p:nvPicPr>
        <p:blipFill rotWithShape="1">
          <a:blip r:embed="rId3">
            <a:alphaModFix/>
          </a:blip>
          <a:srcRect b="7185" l="6407" r="6893" t="6971"/>
          <a:stretch/>
        </p:blipFill>
        <p:spPr>
          <a:xfrm>
            <a:off x="903575" y="2335450"/>
            <a:ext cx="3269775" cy="224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4"/>
          <p:cNvPicPr preferRelativeResize="0"/>
          <p:nvPr/>
        </p:nvPicPr>
        <p:blipFill rotWithShape="1">
          <a:blip r:embed="rId4">
            <a:alphaModFix/>
          </a:blip>
          <a:srcRect b="7921" l="8433" r="0" t="8173"/>
          <a:stretch/>
        </p:blipFill>
        <p:spPr>
          <a:xfrm>
            <a:off x="4996775" y="2335450"/>
            <a:ext cx="3269776" cy="22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Business Justification</a:t>
            </a:r>
            <a:endParaRPr/>
          </a:p>
        </p:txBody>
      </p:sp>
      <p:sp>
        <p:nvSpPr>
          <p:cNvPr id="149" name="Google Shape;149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CCTV is widely available, but human capacity to detect danger </a:t>
            </a:r>
            <a:r>
              <a:rPr lang="pl"/>
              <a:t>is limited, often resulting delayed response. In situations as armed robbery or active shooter incidents, we need to react as quick as possible,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Automatic gun detection could be used as a real-time </a:t>
            </a:r>
            <a:r>
              <a:rPr lang="pl"/>
              <a:t>warning</a:t>
            </a:r>
            <a:r>
              <a:rPr lang="pl"/>
              <a:t> system to instantly aler</a:t>
            </a:r>
            <a:r>
              <a:rPr lang="pl"/>
              <a:t>t security personnel and significantly reduce response time.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Datasets</a:t>
            </a:r>
            <a:endParaRPr/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We consider following datasets:</a:t>
            </a:r>
            <a:endParaRPr b="1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pl" u="sng">
                <a:solidFill>
                  <a:schemeClr val="hlink"/>
                </a:solidFill>
                <a:hlinkClick r:id="rId3"/>
              </a:rPr>
              <a:t>Pistols Dataset</a:t>
            </a:r>
            <a:r>
              <a:rPr lang="pl"/>
              <a:t>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l"/>
              <a:t>2986 images of pistols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l"/>
              <a:t>Only pistol annotation class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 u="sng">
                <a:solidFill>
                  <a:schemeClr val="hlink"/>
                </a:solidFill>
                <a:hlinkClick r:id="rId4"/>
              </a:rPr>
              <a:t>Gun Detection</a:t>
            </a:r>
            <a:r>
              <a:rPr lang="pl"/>
              <a:t>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l"/>
              <a:t>1000 images of different guns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l"/>
              <a:t>Only gun annotation class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All datasets contain various photos showing guns from different </a:t>
            </a:r>
            <a:r>
              <a:rPr lang="pl"/>
              <a:t>perspective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Feasibility</a:t>
            </a:r>
            <a:endParaRPr/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Object detection of a visually distinct object (gun) is a well-solved problem class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Modern detectors like YOLO can learn it efficiently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Transfer learning removes the need for massive datasets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Proposed </a:t>
            </a:r>
            <a:r>
              <a:rPr lang="pl"/>
              <a:t>approach</a:t>
            </a:r>
            <a:endParaRPr/>
          </a:p>
        </p:txBody>
      </p:sp>
      <p:sp>
        <p:nvSpPr>
          <p:cNvPr id="167" name="Google Shape;167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We will try to build two computer-vision models that </a:t>
            </a:r>
            <a:r>
              <a:rPr lang="pl"/>
              <a:t>accurately</a:t>
            </a:r>
            <a:r>
              <a:rPr lang="pl"/>
              <a:t> </a:t>
            </a:r>
            <a:r>
              <a:rPr lang="pl"/>
              <a:t>detect in real-time CCTV footage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1st approach: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Fine-tuned pre-trained model e.g. YOLO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pl"/>
              <a:t>Goal:</a:t>
            </a:r>
            <a:r>
              <a:rPr lang="pl"/>
              <a:t> Very high </a:t>
            </a:r>
            <a:r>
              <a:rPr lang="pl" u="sng"/>
              <a:t>accuracy</a:t>
            </a:r>
            <a:r>
              <a:rPr lang="pl"/>
              <a:t> and </a:t>
            </a:r>
            <a:r>
              <a:rPr lang="pl" u="sng"/>
              <a:t>inference efficiency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2nd approach: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Model trained from scratch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pl"/>
              <a:t>Goal:</a:t>
            </a:r>
            <a:r>
              <a:rPr lang="pl"/>
              <a:t> Data efficiency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Proposed approach</a:t>
            </a:r>
            <a:endParaRPr/>
          </a:p>
        </p:txBody>
      </p:sp>
      <p:sp>
        <p:nvSpPr>
          <p:cNvPr id="173" name="Google Shape;173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Methods that we will use: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Negative samples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l"/>
              <a:t>Data augmentation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